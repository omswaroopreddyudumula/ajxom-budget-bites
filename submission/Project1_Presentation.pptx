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ab3efe3dc1a5428b" /><Relationship Type="http://schemas.openxmlformats.org/officeDocument/2006/relationships/extended-properties" Target="/docProps/app.xml" Id="R2e26a12ea0ad454d" /><Relationship Type="http://schemas.openxmlformats.org/officeDocument/2006/relationships/officeDocument" Target="/ppt/presentation.xml" Id="R11c36109f48a46a4" /></Relationships>
</file>

<file path=ppt/presentation.xml><?xml version="1.0" encoding="utf-8"?>
<p:presentation xmlns:p="http://schemas.openxmlformats.org/presentationml/2006/main">
  <p:sldMasterIdLst>
    <p:sldMasterId xmlns:r="http://schemas.openxmlformats.org/officeDocument/2006/relationships" id="2147483648" r:id="Rec9902a8c443465d"/>
  </p:sldMasterIdLst>
  <p:notesMasterIdLst>
    <p:notesMasterId xmlns:r="http://schemas.openxmlformats.org/officeDocument/2006/relationships" r:id="Ra5ef7e3cac424e53"/>
  </p:notesMasterIdLst>
  <p:sldIdLst>
    <p:sldId xmlns:r="http://schemas.openxmlformats.org/officeDocument/2006/relationships" id="256" r:id="Rd0f17823b47b4386"/>
    <p:sldId xmlns:r="http://schemas.openxmlformats.org/officeDocument/2006/relationships" id="257" r:id="R1d21ce1a8b494c08"/>
    <p:sldId xmlns:r="http://schemas.openxmlformats.org/officeDocument/2006/relationships" id="258" r:id="R7f5e9ac358834ce7"/>
    <p:sldId xmlns:r="http://schemas.openxmlformats.org/officeDocument/2006/relationships" id="259" r:id="R2aaa48ee7a6f4873"/>
    <p:sldId xmlns:r="http://schemas.openxmlformats.org/officeDocument/2006/relationships" id="260" r:id="R0793b5b9567e4335"/>
    <p:sldId xmlns:r="http://schemas.openxmlformats.org/officeDocument/2006/relationships" id="261" r:id="Rda4f1cf15efb48c2"/>
    <p:sldId xmlns:r="http://schemas.openxmlformats.org/officeDocument/2006/relationships" id="262" r:id="R65f5cc67715d4474"/>
    <p:sldId xmlns:r="http://schemas.openxmlformats.org/officeDocument/2006/relationships" id="263" r:id="R2e8b0ec0e9544e75"/>
    <p:sldId xmlns:r="http://schemas.openxmlformats.org/officeDocument/2006/relationships" id="264" r:id="Rff26b0836c32425d"/>
    <p:sldId xmlns:r="http://schemas.openxmlformats.org/officeDocument/2006/relationships" id="265" r:id="R04426433b328478c"/>
    <p:sldId xmlns:r="http://schemas.openxmlformats.org/officeDocument/2006/relationships" id="266" r:id="Rb3774cb81eba4e14"/>
    <p:sldId xmlns:r="http://schemas.openxmlformats.org/officeDocument/2006/relationships" id="267" r:id="R3b11da9d9d8b4492"/>
    <p:sldId xmlns:r="http://schemas.openxmlformats.org/officeDocument/2006/relationships" id="268" r:id="R6aec11a1a8d9427e"/>
    <p:sldId xmlns:r="http://schemas.openxmlformats.org/officeDocument/2006/relationships" id="269" r:id="R22e2263a52144a77"/>
    <p:sldId xmlns:r="http://schemas.openxmlformats.org/officeDocument/2006/relationships" id="270" r:id="R0b8ee80700ea4bed"/>
    <p:sldId xmlns:r="http://schemas.openxmlformats.org/officeDocument/2006/relationships" id="271" r:id="Rc7bb9b36cf9f4984"/>
    <p:sldId xmlns:r="http://schemas.openxmlformats.org/officeDocument/2006/relationships" id="272" r:id="Rba8e860cbafd4e0e"/>
    <p:sldId xmlns:r="http://schemas.openxmlformats.org/officeDocument/2006/relationships" id="273" r:id="Rb9982288bcb3410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710a06cc9a447f1" /><Relationship Type="http://schemas.openxmlformats.org/officeDocument/2006/relationships/slideMaster" Target="/ppt/slideMasters/slideMaster1.xml" Id="Rec9902a8c443465d" /><Relationship Type="http://schemas.openxmlformats.org/officeDocument/2006/relationships/notesMaster" Target="/ppt/notesMasters/notesMaster1.xml" Id="Ra5ef7e3cac424e53" /><Relationship Type="http://schemas.openxmlformats.org/officeDocument/2006/relationships/presProps" Target="/ppt/presProps.xml" Id="R7d14c1050842485c" /><Relationship Type="http://schemas.openxmlformats.org/officeDocument/2006/relationships/tableStyles" Target="/ppt/tableStyles.xml" Id="Rb1ede9beeacd4232" /><Relationship Type="http://schemas.openxmlformats.org/officeDocument/2006/relationships/slide" Target="/ppt/slides/slide1.xml" Id="Rd0f17823b47b4386" /><Relationship Type="http://schemas.openxmlformats.org/officeDocument/2006/relationships/slide" Target="/ppt/slides/slide2.xml" Id="R1d21ce1a8b494c08" /><Relationship Type="http://schemas.openxmlformats.org/officeDocument/2006/relationships/slide" Target="/ppt/slides/slide3.xml" Id="R7f5e9ac358834ce7" /><Relationship Type="http://schemas.openxmlformats.org/officeDocument/2006/relationships/slide" Target="/ppt/slides/slide4.xml" Id="R2aaa48ee7a6f4873" /><Relationship Type="http://schemas.openxmlformats.org/officeDocument/2006/relationships/slide" Target="/ppt/slides/slide5.xml" Id="R0793b5b9567e4335" /><Relationship Type="http://schemas.openxmlformats.org/officeDocument/2006/relationships/slide" Target="/ppt/slides/slide6.xml" Id="Rda4f1cf15efb48c2" /><Relationship Type="http://schemas.openxmlformats.org/officeDocument/2006/relationships/slide" Target="/ppt/slides/slide7.xml" Id="R65f5cc67715d4474" /><Relationship Type="http://schemas.openxmlformats.org/officeDocument/2006/relationships/slide" Target="/ppt/slides/slide8.xml" Id="R2e8b0ec0e9544e75" /><Relationship Type="http://schemas.openxmlformats.org/officeDocument/2006/relationships/slide" Target="/ppt/slides/slide9.xml" Id="Rff26b0836c32425d" /><Relationship Type="http://schemas.openxmlformats.org/officeDocument/2006/relationships/slide" Target="/ppt/slides/slide10.xml" Id="R04426433b328478c" /><Relationship Type="http://schemas.openxmlformats.org/officeDocument/2006/relationships/slide" Target="/ppt/slides/slide11.xml" Id="Rb3774cb81eba4e14" /><Relationship Type="http://schemas.openxmlformats.org/officeDocument/2006/relationships/slide" Target="/ppt/slides/slide12.xml" Id="R3b11da9d9d8b4492" /><Relationship Type="http://schemas.openxmlformats.org/officeDocument/2006/relationships/slide" Target="/ppt/slides/slide13.xml" Id="R6aec11a1a8d9427e" /><Relationship Type="http://schemas.openxmlformats.org/officeDocument/2006/relationships/slide" Target="/ppt/slides/slide14.xml" Id="R22e2263a52144a77" /><Relationship Type="http://schemas.openxmlformats.org/officeDocument/2006/relationships/slide" Target="/ppt/slides/slide15.xml" Id="R0b8ee80700ea4bed" /><Relationship Type="http://schemas.openxmlformats.org/officeDocument/2006/relationships/slide" Target="/ppt/slides/slide16.xml" Id="Rc7bb9b36cf9f4984" /><Relationship Type="http://schemas.openxmlformats.org/officeDocument/2006/relationships/slide" Target="/ppt/slides/slide17.xml" Id="Rba8e860cbafd4e0e" /><Relationship Type="http://schemas.openxmlformats.org/officeDocument/2006/relationships/slide" Target="/ppt/slides/slide18.xml" Id="Rb9982288bcb3410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3e073882fc44bd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4aa382999e0473f" /><Relationship Type="http://schemas.openxmlformats.org/officeDocument/2006/relationships/notesMaster" Target="/ppt/notesMasters/notesMaster1.xml" Id="R8ec556b9ca67425f" /></Relationships>
</file>

<file path=ppt/notesSlides/_rels/notesSlide2.xml.rels>&#65279;<?xml version="1.0" encoding="utf-8"?><Relationships xmlns="http://schemas.openxmlformats.org/package/2006/relationships"><Relationship Type="http://schemas.openxmlformats.org/officeDocument/2006/relationships/slide" Target="/ppt/slides/slide2.xml" Id="R8520140d13924d1a" /><Relationship Type="http://schemas.openxmlformats.org/officeDocument/2006/relationships/notesMaster" Target="/ppt/notesMasters/notesMaster1.xml" Id="R745bfac55b9746b5" /></Relationships>
</file>

<file path=ppt/notesSlides/_rels/notesSlide3.xml.rels>&#65279;<?xml version="1.0" encoding="utf-8"?><Relationships xmlns="http://schemas.openxmlformats.org/package/2006/relationships"><Relationship Type="http://schemas.openxmlformats.org/officeDocument/2006/relationships/slide" Target="/ppt/slides/slide3.xml" Id="Rc4cf0e37932244ba" /><Relationship Type="http://schemas.openxmlformats.org/officeDocument/2006/relationships/notesMaster" Target="/ppt/notesMasters/notesMaster1.xml" Id="Ree04da66b161469d" /></Relationships>
</file>

<file path=ppt/notesSlides/_rels/notesSlide4.xml.rels>&#65279;<?xml version="1.0" encoding="utf-8"?><Relationships xmlns="http://schemas.openxmlformats.org/package/2006/relationships"><Relationship Type="http://schemas.openxmlformats.org/officeDocument/2006/relationships/slide" Target="/ppt/slides/slide4.xml" Id="Rd6e81898620847d8" /><Relationship Type="http://schemas.openxmlformats.org/officeDocument/2006/relationships/notesMaster" Target="/ppt/notesMasters/notesMaster1.xml" Id="Re8a6ba4f40fc4fed" /></Relationships>
</file>

<file path=ppt/notesSlides/_rels/notesSlide5.xml.rels>&#65279;<?xml version="1.0" encoding="utf-8"?><Relationships xmlns="http://schemas.openxmlformats.org/package/2006/relationships"><Relationship Type="http://schemas.openxmlformats.org/officeDocument/2006/relationships/slide" Target="/ppt/slides/slide5.xml" Id="Rbc01be3b3dbe4ce2" /><Relationship Type="http://schemas.openxmlformats.org/officeDocument/2006/relationships/notesMaster" Target="/ppt/notesMasters/notesMaster1.xml" Id="R6dee3701bbc24f1a" /></Relationships>
</file>

<file path=ppt/notesSlides/_rels/notesSlide6.xml.rels>&#65279;<?xml version="1.0" encoding="utf-8"?><Relationships xmlns="http://schemas.openxmlformats.org/package/2006/relationships"><Relationship Type="http://schemas.openxmlformats.org/officeDocument/2006/relationships/slide" Target="/ppt/slides/slide6.xml" Id="Ra566d0f78a0a4083" /><Relationship Type="http://schemas.openxmlformats.org/officeDocument/2006/relationships/notesMaster" Target="/ppt/notesMasters/notesMaster1.xml" Id="R307bbcc1a0c649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7aa3f2abb96e4029" /><Relationship Type="http://schemas.openxmlformats.org/officeDocument/2006/relationships/notesMaster" Target="/ppt/notesMasters/notesMaster1.xml" Id="Rf56c72d598f24ded" /></Relationships>
</file>

<file path=ppt/notesSlides/_rels/notesSlide8.xml.rels>&#65279;<?xml version="1.0" encoding="utf-8"?><Relationships xmlns="http://schemas.openxmlformats.org/package/2006/relationships"><Relationship Type="http://schemas.openxmlformats.org/officeDocument/2006/relationships/slide" Target="/ppt/slides/slide8.xml" Id="R29065a96436041af" /><Relationship Type="http://schemas.openxmlformats.org/officeDocument/2006/relationships/notesMaster" Target="/ppt/notesMasters/notesMaster1.xml" Id="Rc6090034f4114c13" /></Relationships>
</file>

<file path=ppt/notesSlides/_rels/notesSlide9.xml.rels>&#65279;<?xml version="1.0" encoding="utf-8"?><Relationships xmlns="http://schemas.openxmlformats.org/package/2006/relationships"><Relationship Type="http://schemas.openxmlformats.org/officeDocument/2006/relationships/slide" Target="/ppt/slides/slide9.xml" Id="R6498fbe1968b4991" /><Relationship Type="http://schemas.openxmlformats.org/officeDocument/2006/relationships/notesMaster" Target="/ppt/notesMasters/notesMaster1.xml" Id="R37a206abdabe49b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f7e2ef2ce7046f5" /><Relationship Type="http://schemas.openxmlformats.org/officeDocument/2006/relationships/notesMaster" Target="/ppt/notesMasters/notesMaster1.xml" Id="R747de6f6273c445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8b6427011e9432e" /><Relationship Type="http://schemas.openxmlformats.org/officeDocument/2006/relationships/notesMaster" Target="/ppt/notesMasters/notesMaster1.xml" Id="Rf85eddb3e3aa4c5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b689c3e29d14b87" /><Relationship Type="http://schemas.openxmlformats.org/officeDocument/2006/relationships/notesMaster" Target="/ppt/notesMasters/notesMaster1.xml" Id="Rfa71170bb164467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bf50a0be9fe49c3" /><Relationship Type="http://schemas.openxmlformats.org/officeDocument/2006/relationships/notesMaster" Target="/ppt/notesMasters/notesMaster1.xml" Id="R4077a9f2d16a4c0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adb65e799084c56" /><Relationship Type="http://schemas.openxmlformats.org/officeDocument/2006/relationships/notesMaster" Target="/ppt/notesMasters/notesMaster1.xml" Id="Rcbbf090f37e94fc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cc00858199b41be" /><Relationship Type="http://schemas.openxmlformats.org/officeDocument/2006/relationships/notesMaster" Target="/ppt/notesMasters/notesMaster1.xml" Id="R216ffb46fbd7469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7c4027768e94b9a" /><Relationship Type="http://schemas.openxmlformats.org/officeDocument/2006/relationships/notesMaster" Target="/ppt/notesMasters/notesMaster1.xml" Id="Rdbfb3123ee9f4aa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5def90140494c68" /><Relationship Type="http://schemas.openxmlformats.org/officeDocument/2006/relationships/notesMaster" Target="/ppt/notesMasters/notesMaster1.xml" Id="R906c515b663f487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2683819d85441ed" /><Relationship Type="http://schemas.openxmlformats.org/officeDocument/2006/relationships/notesMaster" Target="/ppt/notesMasters/notesMaster1.xml" Id="Ra0f7b0f3d328422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0:00–0:45. Introduce AjxOm, Om and A.J., and the undergraduate pathway. The chosen approved brief is Campus Food Finder &amp; Budget Bites. The application is a local meal and purchase notebook. Introduce the choice before the implementation. Source: official Budget Bites topic brief and approved project proposal.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0:45–1:30. Explain the selected prompt: students have a limited lunch budget and half-remembered meal prices. Our design connects a personal meal catalog with actual purchase history. Inputs are entered on the device. The app works offline and does not claim live restaurant prices, ordering or payment. Source: official Budget Bites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1:30–2:30. Map the chosen brief to five roles: catalog, reusable create/edit, detail/activity, purchase history and settings. Meal and PurchaseLog are the two related SQLite entities with full CRUD. Settings use SharedPreferences. The local helper estimates next cost from prior purchases. Favorites are a Meal flag and filter. Transition into the methods used to build this scope. Source: official Budget Bites brief and lib/.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2:30–4:00.</a:t>
            </a:r>
          </a:p>
          <a:p xmlns:a="http://schemas.openxmlformats.org/drawingml/2006/main">
            <a:r>
              <a:t>A1 and A2. Trace a button from Home/PurchaseEditor through AppStore to MealDatabase and SQLite. Domain money/helper functions have no widget dependency. Explain constructor injection and the fake used in widget tests. Show controller disposal and mounted checks after awaits. AppStore suppresses notifications after disposal. A database owner controls connection lifetime. Saved receipts persist, but an unfinished draft is transient. Explain why widget-owned SQL would make UI state and errors harder to test. The architecture is sized for undergraduate scope.</a:t>
            </a:r>
          </a:p>
          <a:p xmlns:a="http://schemas.openxmlformats.org/drawingml/2006/main">
            <a:r>
              <a:t/>
            </a:r>
          </a:p>
          <a:p xmlns:a="http://schemas.openxmlformats.org/drawingml/2006/main">
            <a:r>
              <a:t>Sources: repository code and actual evidence logs; https://codd.cs.gsu.edu/~lhenry23/mad/Projects/Project1/ver2/assessment/curated-questions.html</a:t>
            </a:r>
          </a:p>
          <a:p xmlns:a="http://schemas.openxmlformats.org/drawingml/2006/main">
            <a:r>
              <a:t>Source: project repository and actual release recordings. Chosen brief: https://codd.cs.gsu.edu/~lhenry23/mad/Projects/Project1/ver2/topics/budget-bites.html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4:00–5:15.</a:t>
            </a:r>
          </a:p>
          <a:p xmlns:a="http://schemas.openxmlformats.org/drawingml/2006/main">
            <a:r>
              <a:t>I1 and I2. In VS Code show StatelessWidget MealCard and EmptyView: they render values/callbacks provided by the parent. Show StatefulWidget MealEditor/PurchaseEditor and their controllers, saving state and form validation. Then move the budget slider and explain immediate draft value versus persisted SharedPreferences value. Build renders current state; setState affects the local draft, while AppStore notifications reload shared persisted values. Show a malformed price and the inline error, then correct it. Only save intentionally.</a:t>
            </a:r>
          </a:p>
          <a:p xmlns:a="http://schemas.openxmlformats.org/drawingml/2006/main">
            <a:r>
              <a:t/>
            </a:r>
          </a:p>
          <a:p xmlns:a="http://schemas.openxmlformats.org/drawingml/2006/main">
            <a:r>
              <a:t>Sources: repository code and actual evidence logs; https://codd.cs.gsu.edu/~lhenry23/mad/Projects/Project1/ver2/assessment/curated-questions.html</a:t>
            </a:r>
          </a:p>
          <a:p xmlns:a="http://schemas.openxmlformats.org/drawingml/2006/main">
            <a:r>
              <a:t>Source: project repository and actual release recordings. Chosen brief: https://codd.cs.gsu.edu/~lhenry23/mad/Projects/Project1/ver2/topics/budget-bites.html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5:15–6:30.</a:t>
            </a:r>
          </a:p>
          <a:p xmlns:a="http://schemas.openxmlformats.org/drawingml/2006/main">
            <a:r>
              <a:t>D1. Explain SQLite-generated integer IDs. Meal has a name, venue, cuisine, three integer-cent prices and a favorite flag. PurchaseLog has its own ID, mealId, actual cents, timestamp, note and unique save token. Demonstrate that changing a meal estimate does not rewrite old actual amounts. Parent delete is restricted while receipts exist. Settings belong in SharedPreferences rather than a third entity. In the live demo create/read/edit a meal and delete an unlinked meal after confirmation.</a:t>
            </a:r>
          </a:p>
          <a:p xmlns:a="http://schemas.openxmlformats.org/drawingml/2006/main">
            <a:r>
              <a:t/>
            </a:r>
          </a:p>
          <a:p xmlns:a="http://schemas.openxmlformats.org/drawingml/2006/main">
            <a:r>
              <a:t>Sources: repository code and actual evidence logs; https://codd.cs.gsu.edu/~lhenry23/mad/Projects/Project1/ver2/assessment/curated-questions.html</a:t>
            </a:r>
          </a:p>
          <a:p xmlns:a="http://schemas.openxmlformats.org/drawingml/2006/main">
            <a:r>
              <a:t>Source: project repository and actual release recordings. Chosen brief: https://codd.cs.gsu.edu/~lhenry23/mad/Projects/Project1/ver2/topics/budget-bites.html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6:30–7:30.</a:t>
            </a:r>
          </a:p>
          <a:p xmlns:a="http://schemas.openxmlformats.org/drawingml/2006/main">
            <a:r>
              <a:t>D1 continued and T2 introduction. Open a meal, Start plan, enter actual price and save. Read the receipt in History, edit it, and show the changed aggregate. Use the controlled 450/600-cent fixture sequence: 1050 total, correcting 600 to 550 yields 1000, deleting 450 yields 550. Repeated pending or retried saves reuse a draft token and cannot add a second receipt for the same draft. Show Reset confirmation and explain that saved history stays intact. Demonstrate parent restriction and an invalid price. Do not delete unrelated real records during the recording.</a:t>
            </a:r>
          </a:p>
          <a:p xmlns:a="http://schemas.openxmlformats.org/drawingml/2006/main">
            <a:r>
              <a:t/>
            </a:r>
          </a:p>
          <a:p xmlns:a="http://schemas.openxmlformats.org/drawingml/2006/main">
            <a:r>
              <a:t>Sources: repository code and actual evidence logs; https://codd.cs.gsu.edu/~lhenry23/mad/Projects/Project1/ver2/assessment/curated-questions.html</a:t>
            </a:r>
          </a:p>
          <a:p xmlns:a="http://schemas.openxmlformats.org/drawingml/2006/main">
            <a:r>
              <a:t>Source: project repository and actual release recordings. Chosen brief: https://codd.cs.gsu.edu/~lhenry23/mad/Projects/Project1/ver2/topics/budget-bites.html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7:30–8:30.</a:t>
            </a:r>
          </a:p>
          <a:p xmlns:a="http://schemas.openxmlformats.org/drawingml/2006/main">
            <a:r>
              <a:t>T2. Show the actual addPurchase implementation in lib/data/meal_database.dart and the saving guard in PurchaseEditor. Explain that the pending flag prevents repeated UI submissions while a write is active. The database unique token protects retries if a committed response is lost. A new deliberate purchase receives a new token. Walk through an injected failed-write widget test and show that the input draft remains. The excerpt is intentionally short; show the complete transaction in VS Code.</a:t>
            </a:r>
          </a:p>
          <a:p xmlns:a="http://schemas.openxmlformats.org/drawingml/2006/main">
            <a:r>
              <a:t/>
            </a:r>
          </a:p>
          <a:p xmlns:a="http://schemas.openxmlformats.org/drawingml/2006/main">
            <a:r>
              <a:t>Sources: repository code and actual evidence logs; https://codd.cs.gsu.edu/~lhenry23/mad/Projects/Project1/ver2/assessment/curated-questions.html</a:t>
            </a:r>
          </a:p>
          <a:p xmlns:a="http://schemas.openxmlformats.org/drawingml/2006/main">
            <a:r>
              <a:t>Source: project repository and actual release recordings. Chosen brief: https://codd.cs.gsu.edu/~lhenry23/mad/Projects/Project1/ver2/topics/budget-bites.html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8:30–10:00.</a:t>
            </a:r>
          </a:p>
          <a:p xmlns:a="http://schemas.openxmlformats.org/drawingml/2006/main">
            <a:r>
              <a:t>R4. Create or use three labeled earlier purchases of one meal with 450, 600 and 750 cents. The mean is 600, last-price baseline 750. Show inputs, date range, method label and Not now. The actual amount remains under user control. Show insufficient history on a different meal. Explain that the rule is a moving average, not a trained model. Pure function excludes other meals and future/reference rows, sorts ties by stable ID and rounds to cents. A budget warning alone is ordinary validation. The helper runs on-device, without a service or API key.</a:t>
            </a:r>
          </a:p>
          <a:p xmlns:a="http://schemas.openxmlformats.org/drawingml/2006/main">
            <a:r>
              <a:t/>
            </a:r>
          </a:p>
          <a:p xmlns:a="http://schemas.openxmlformats.org/drawingml/2006/main">
            <a:r>
              <a:t>Sources: repository code and actual evidence logs; https://codd.cs.gsu.edu/~lhenry23/mad/Projects/Project1/ver2/assessment/curated-questions.html</a:t>
            </a:r>
          </a:p>
          <a:p xmlns:a="http://schemas.openxmlformats.org/drawingml/2006/main">
            <a:r>
              <a:t>Source: project repository and actual release recordings. Chosen brief: https://codd.cs.gsu.edu/~lhenry23/mad/Projects/Project1/ver2/topics/budget-bites.html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10:00–11:00.</a:t>
            </a:r>
          </a:p>
          <a:p xmlns:a="http://schemas.openxmlformats.org/drawingml/2006/main">
            <a:r>
              <a:t>R4 continued. Read the designed fictional fixture table. Empty/invalid cases assess feedback and are not scored numerically. Across three valid reference comparisons, mean absolute error is 183.33 cents for the helper and 33.67 for last price, n=3. The deliberate expensive outlier makes the mean worse. Explain the median alternative and why the initial recipe is retained with limits disclosed. These are development fixtures rather than held-out evidence or population accuracy. Do not claim the helper is more accurate.</a:t>
            </a:r>
          </a:p>
          <a:p xmlns:a="http://schemas.openxmlformats.org/drawingml/2006/main">
            <a:r>
              <a:t/>
            </a:r>
          </a:p>
          <a:p xmlns:a="http://schemas.openxmlformats.org/drawingml/2006/main">
            <a:r>
              <a:t>Sources: repository code and actual evidence logs; https://codd.cs.gsu.edu/~lhenry23/mad/Projects/Project1/ver2/assessment/curated-questions.html</a:t>
            </a:r>
          </a:p>
          <a:p xmlns:a="http://schemas.openxmlformats.org/drawingml/2006/main">
            <a:r>
              <a:t>Source: project repository and actual release recordings. Chosen brief: https://codd.cs.gsu.edu/~lhenry23/mad/Projects/Project1/ver2/topics/budget-bites.html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11:00–12:30.</a:t>
            </a:r>
          </a:p>
          <a:p xmlns:a="http://schemas.openxmlformats.org/drawingml/2006/main">
            <a:r>
              <a:t>T1. Show final analyzer and test logs, not only a slide claim. The suite includes 17 unit/widget checks and three Android integration checks per emulator. Explain pure-logic tests, fake-database widget tests and actual sqflite integration tests. Show normal, empty, invalid, duplicate, FK, correction and migration cases. Mention the focused narrow/large-text History check. The initial fixture expected total needed adaptation to preserve other existing receipts, then was rerun. No physical device or independent peer usability observation is claimed. Record a peer revision only if genuinely completed later.</a:t>
            </a:r>
          </a:p>
          <a:p xmlns:a="http://schemas.openxmlformats.org/drawingml/2006/main">
            <a:r>
              <a:t/>
            </a:r>
          </a:p>
          <a:p xmlns:a="http://schemas.openxmlformats.org/drawingml/2006/main">
            <a:r>
              <a:t>Sources: repository code and actual evidence logs; https://codd.cs.gsu.edu/~lhenry23/mad/Projects/Project1/ver2/assessment/curated-questions.html</a:t>
            </a:r>
          </a:p>
          <a:p xmlns:a="http://schemas.openxmlformats.org/drawingml/2006/main">
            <a:r>
              <a:t>Source: project repository and actual release recordings. Chosen brief: https://codd.cs.gsu.edu/~lhenry23/mad/Projects/Project1/ver2/topics/budget-bites.html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12:30–13:30.</a:t>
            </a:r>
          </a:p>
          <a:p xmlns:a="http://schemas.openxmlformats.org/drawingml/2006/main">
            <a:r>
              <a:t>R1 and R2. In GitHub show A.J.'s preserved data/History commits, the integration merge and actual tests. Om explains the frontend, state and integration code with assistance disclosed. Each person explains their actual authored contribution rather than repeating a team-wide claim. For ClickUp, show a genuine task ID/owner/acceptance criterion and link to commit/PR and test/review if available. Historical snapshots and daily metrics are missing; state that honestly. The integration PR is not proof of independent teammate review. Discuss the actual decision to isolate integration and add regression checks, without inventing cycle-time numbers or a blocker history.</a:t>
            </a:r>
          </a:p>
          <a:p xmlns:a="http://schemas.openxmlformats.org/drawingml/2006/main">
            <a:r>
              <a:t/>
            </a:r>
          </a:p>
          <a:p xmlns:a="http://schemas.openxmlformats.org/drawingml/2006/main">
            <a:r>
              <a:t>Sources: repository code and actual evidence logs; https://codd.cs.gsu.edu/~lhenry23/mad/Projects/Project1/ver2/assessment/curated-questions.html</a:t>
            </a:r>
          </a:p>
          <a:p xmlns:a="http://schemas.openxmlformats.org/drawingml/2006/main">
            <a:r>
              <a:t>Source: project repository and actual release recordings. Chosen brief: https://codd.cs.gsu.edu/~lhenry23/mad/Projects/Project1/ver2/topics/budget-bites.html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13:30–15:30.</a:t>
            </a:r>
          </a:p>
          <a:p xmlns:a="http://schemas.openxmlformats.org/drawingml/2006/main">
            <a:r>
              <a:t>Show the actual meal CRUD sequence. Explain that venue notes and prices are entered locally; they are not live restaurant listings. Point out explicit USD units, the reusable editor, search and the delete confirmation. Only the fictional demo meal is removed. The clip is silent: narrate it as it plays.</a:t>
            </a:r>
          </a:p>
          <a:p xmlns:a="http://schemas.openxmlformats.org/drawingml/2006/main">
            <a:r>
              <a:t>Source: project repository and actual release recordings. Chosen brief: https://codd.cs.gsu.edu/~lhenry23/mad/Projects/Project1/ver2/topics/budget-bites.html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15:30–18:00.</a:t>
            </a:r>
          </a:p>
          <a:p xmlns:a="http://schemas.openxmlformats.org/drawingml/2006/main">
            <a:r>
              <a:t>History is the purchase log, not a list of meal estimates. Explain parent Meal versus child PurchaseLog. The clip saves 6.50 dollars, corrects it to 6.00, adds 7.00 and deletes the added purchase. Show how the filtered total changes and distinguish a current meal estimate from an actual receipt. Narrate the silent clip.</a:t>
            </a:r>
          </a:p>
          <a:p xmlns:a="http://schemas.openxmlformats.org/drawingml/2006/main">
            <a:r>
              <a:t>Source: project repository and actual release recordings. Chosen brief: https://codd.cs.gsu.edu/~lhenry23/mad/Projects/Project1/ver2/topics/budget-bites.html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18:00–20:00.</a:t>
            </a:r>
          </a:p>
          <a:p xmlns:a="http://schemas.openxmlformats.org/drawingml/2006/main">
            <a:r>
              <a:t>The fictional earlier receipt amounts are 6.00, 4.50 and 7.50 dollars. The three-price mean is 6.00; the last-price baseline is 7.50. Explain why this is a transparent rule rather than a trained model. Show Not now and the user remaining in control. The clip resets only a draft, changes a preference and dark mode, disables networking on the emulator, force-stops and relaunches the release app, then shows retained settings and purchase history. Narrate the silent clip.</a:t>
            </a:r>
          </a:p>
          <a:p xmlns:a="http://schemas.openxmlformats.org/drawingml/2006/main">
            <a:r>
              <a:t>Source: project repository and actual release recordings. Chosen brief: https://codd.cs.gsu.edu/~lhenry23/mad/Projects/Project1/ver2/topics/budget-bites.html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20:00–21:00.</a:t>
            </a:r>
          </a:p>
          <a:p xmlns:a="http://schemas.openxmlformats.org/drawingml/2006/main">
            <a:r>
              <a:t>These are proposed next steps, not features claimed in the submitted build. The current three-case numeric comparison favors the last-price baseline, so the estimator should be evaluated on more cases before any accuracy claim. Explain one improvement each teammate would own. Preserve offline operation and avoid adding payment, authentication or remote price feeds to this small app.</a:t>
            </a:r>
          </a:p>
          <a:p xmlns:a="http://schemas.openxmlformats.org/drawingml/2006/main">
            <a:r>
              <a:t>Source: project repository and actual release recordings. Chosen brief: https://codd.cs.gsu.edu/~lhenry23/mad/Projects/Project1/ver2/topics/budget-bites.html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21:00–22:00.</a:t>
            </a:r>
          </a:p>
          <a:p xmlns:a="http://schemas.openxmlformats.org/drawingml/2006/main">
            <a:r>
              <a:t>Open the clickable public repository. Explain that GitHub stores source code, documents and real contribution history; it is not an app backend. In lib show the screens, AppStore, MealDatabase and pure helper. In tests show one meaningful check rather than reading filenames. Show A.J.’s original database/History commits and the integration merge. Releases v1.0.0 contains the Android APK. Do not claim missing commits or board snapshots exist. Repository: https://github.com/Omswaroopreddyudumula/ajxom-budget-bites ; release: https://github.com/Omswaroopreddyudumula/ajxom-budget-bites/releases/tag/v1.0.0</a:t>
            </a:r>
          </a:p>
          <a:p xmlns:a="http://schemas.openxmlformats.org/drawingml/2006/main">
            <a:r>
              <a:t>Source: project repository and actual release recordings. Chosen brief: https://codd.cs.gsu.edu/~lhenry23/mad/Projects/Project1/ver2/topics/budget-bites.html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22:00–23:00.</a:t>
            </a:r>
          </a:p>
          <a:p xmlns:a="http://schemas.openxmlformats.org/drawingml/2006/main">
            <a:r>
              <a:t>Both presenters close with one learning each and invite questions. Refer to the selected questions-only document; explain the actual code you understand and own. This deck and its three demo clips do not by themselves constitute the full required team presentation recording.</a:t>
            </a:r>
          </a:p>
          <a:p xmlns:a="http://schemas.openxmlformats.org/drawingml/2006/main">
            <a:r>
              <a:t>Source: project repository and actual release recordings. Chosen brief: https://codd.cs.gsu.edu/~lhenry23/mad/Projects/Project1/ver2/topics/budget-bites.html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18697f5305d4d2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2276057c0af4a2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2c35d677a464f3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6fcd99cdfd145a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38bdd59868f42a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1a03fa0135447c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5A05A74-3317-4324-879C-90F48FAA17C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85C99BC-C9AD-41BC-BF6D-9F0176FE778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A0C0C74-F2D4-4421-85A1-D5B62F06764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6B50959-5496-4857-9071-C58AA89987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7AA42A7-8E4A-4589-BD69-482D5F46FB4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89CA50E-AC79-43FB-BF17-93B2192F3DD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680ED7D-2A88-4686-B31B-3234E9ADE9C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93307A7-BD36-470B-B588-BC8896F9C04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7075CD9-9C69-4EFB-8298-807273A54BE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600402-7FDA-488B-B4EA-81531624F9A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98df9cbe1c44068" /><Relationship Type="http://schemas.openxmlformats.org/officeDocument/2006/relationships/slideLayout" Target="/ppt/slideLayouts/slideLayout1.xml" Id="R8264f72bdf124c88" /><Relationship Type="http://schemas.openxmlformats.org/officeDocument/2006/relationships/slideLayout" Target="/ppt/slideLayouts/slideLayout2.xml" Id="Rc8978e3113fa46e2" /><Relationship Type="http://schemas.openxmlformats.org/officeDocument/2006/relationships/slideLayout" Target="/ppt/slideLayouts/slideLayout3.xml" Id="Rf7ccd38cd9364d9d" /><Relationship Type="http://schemas.openxmlformats.org/officeDocument/2006/relationships/slideLayout" Target="/ppt/slideLayouts/slideLayout4.xml" Id="R8351ddf95d9e4fca" /><Relationship Type="http://schemas.openxmlformats.org/officeDocument/2006/relationships/slideLayout" Target="/ppt/slideLayouts/slideLayout5.xml" Id="R0e165952e7dc4d76" /><Relationship Type="http://schemas.openxmlformats.org/officeDocument/2006/relationships/slideLayout" Target="/ppt/slideLayouts/slideLayout6.xml" Id="Rfb7af674d5144b0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264f72bdf124c88"/>
    <p:sldLayoutId xmlns:r="http://schemas.openxmlformats.org/officeDocument/2006/relationships" id="2147483650" r:id="Rc8978e3113fa46e2"/>
    <p:sldLayoutId xmlns:r="http://schemas.openxmlformats.org/officeDocument/2006/relationships" id="2147483651" r:id="Rf7ccd38cd9364d9d"/>
    <p:sldLayoutId xmlns:r="http://schemas.openxmlformats.org/officeDocument/2006/relationships" id="2147483652" r:id="R8351ddf95d9e4fca"/>
    <p:sldLayoutId xmlns:r="http://schemas.openxmlformats.org/officeDocument/2006/relationships" id="2147483653" r:id="R0e165952e7dc4d76"/>
    <p:sldLayoutId xmlns:r="http://schemas.openxmlformats.org/officeDocument/2006/relationships" id="2147483654" r:id="Rfb7af674d5144b0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b9a20e096b6457e" /><Relationship Type="http://schemas.openxmlformats.org/officeDocument/2006/relationships/notesSlide" Target="/ppt/notesSlides/notesSlide1.xml" Id="R76aae1bceb97436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5816f13eb264cc3" /><Relationship Type="http://schemas.openxmlformats.org/officeDocument/2006/relationships/notesSlide" Target="/ppt/notesSlides/notesSlide2.xml" Id="Rb0d550429a5a43c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2785b5b8ae644a4" /><Relationship Type="http://schemas.openxmlformats.org/officeDocument/2006/relationships/notesSlide" Target="/ppt/notesSlides/notesSlide3.xml" Id="R139de9f1f8e1475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2f176697ba34a82" /><Relationship Type="http://schemas.openxmlformats.org/officeDocument/2006/relationships/notesSlide" Target="/ppt/notesSlides/notesSlide4.xml" Id="R5ec57949fe384de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dbf915de0ce4675" /><Relationship Type="http://schemas.openxmlformats.org/officeDocument/2006/relationships/notesSlide" Target="/ppt/notesSlides/notesSlide5.xml" Id="R87ff7c5dcbd9438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07202948b944792" /><Relationship Type="http://schemas.openxmlformats.org/officeDocument/2006/relationships/notesSlide" Target="/ppt/notesSlides/notesSlide6.xml" Id="R4caea2cc44584f4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81a13f91be842cd" /><Relationship Type="http://schemas.openxmlformats.org/officeDocument/2006/relationships/notesSlide" Target="/ppt/notesSlides/notesSlide7.xml" Id="R286ee6d6a395403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80261d445b84da0" /><Relationship Type="http://schemas.openxmlformats.org/officeDocument/2006/relationships/notesSlide" Target="/ppt/notesSlides/notesSlide8.xml" Id="R8e33d0c9c219407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4901c4a56064c9a" /><Relationship Type="http://schemas.openxmlformats.org/officeDocument/2006/relationships/notesSlide" Target="/ppt/notesSlides/notesSlide9.xml" Id="R141750d3b3c441f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673b7afd69a4797" /><Relationship Type="http://schemas.openxmlformats.org/officeDocument/2006/relationships/notesSlide" Target="/ppt/notesSlides/notesSlide10.xml" Id="R3e7c40d6760f43c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3e4afd9357f4fc0" /><Relationship Type="http://schemas.openxmlformats.org/officeDocument/2006/relationships/notesSlide" Target="/ppt/notesSlides/notesSlide11.xml" Id="Re025ff465a6f4af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12f3ad18cc142a0" /><Relationship Type="http://schemas.openxmlformats.org/officeDocument/2006/relationships/notesSlide" Target="/ppt/notesSlides/notesSlide12.xml" Id="Rf729cf3f9da24d8e" /></Relationships>
</file>

<file path=ppt/slides/_rels/slide13.xml.rels><?xml version='1.0' encoding='UTF-8' standalone='yes'?>
<Relationships xmlns="http://schemas.openxmlformats.org/package/2006/relationships"><Relationship Type="http://schemas.openxmlformats.org/officeDocument/2006/relationships/slideLayout" Target="/ppt/slideLayouts/slideLayout6.xml" Id="Rd7ba51d017d24671"/><Relationship Type="http://schemas.openxmlformats.org/officeDocument/2006/relationships/image" Target="/ppt/media/image.png" Id="R7311fbf1985347df"/><Relationship Type="http://schemas.openxmlformats.org/officeDocument/2006/relationships/notesSlide" Target="/ppt/notesSlides/notesSlide13.xml" Id="Rde7c04ae1deb40b8"/><Relationship Id="rIdDemoVideo" Type="http://schemas.openxmlformats.org/officeDocument/2006/relationships/video" Target="../media/Demo_1_Meal_Catalog.mp4"/><Relationship Id="rIdDemoMedia" Type="http://schemas.microsoft.com/office/2007/relationships/media" Target="../media/Demo_1_Meal_Catalog.mp4"/></Relationships>
</file>

<file path=ppt/slides/_rels/slide14.xml.rels><?xml version='1.0' encoding='UTF-8' standalone='yes'?>
<Relationships xmlns="http://schemas.openxmlformats.org/package/2006/relationships"><Relationship Type="http://schemas.openxmlformats.org/officeDocument/2006/relationships/slideLayout" Target="/ppt/slideLayouts/slideLayout6.xml" Id="R5fb866d0fd104052"/><Relationship Type="http://schemas.openxmlformats.org/officeDocument/2006/relationships/image" Target="/ppt/media/image2.png" Id="R845227672dea4a60"/><Relationship Type="http://schemas.openxmlformats.org/officeDocument/2006/relationships/notesSlide" Target="/ppt/notesSlides/notesSlide14.xml" Id="R5267015a86ba41d1"/><Relationship Id="rIdDemoVideo" Type="http://schemas.openxmlformats.org/officeDocument/2006/relationships/video" Target="../media/Demo_2_Purchase_History.mp4"/><Relationship Id="rIdDemoMedia" Type="http://schemas.microsoft.com/office/2007/relationships/media" Target="../media/Demo_2_Purchase_History.mp4"/></Relationships>
</file>

<file path=ppt/slides/_rels/slide15.xml.rels><?xml version='1.0' encoding='UTF-8' standalone='yes'?>
<Relationships xmlns="http://schemas.openxmlformats.org/package/2006/relationships"><Relationship Type="http://schemas.openxmlformats.org/officeDocument/2006/relationships/slideLayout" Target="/ppt/slideLayouts/slideLayout6.xml" Id="Rb7362af97eed4571"/><Relationship Type="http://schemas.openxmlformats.org/officeDocument/2006/relationships/image" Target="/ppt/media/image3.png" Id="Rf39e37ecd1814d8d"/><Relationship Type="http://schemas.openxmlformats.org/officeDocument/2006/relationships/notesSlide" Target="/ppt/notesSlides/notesSlide15.xml" Id="R3a45fd08f8e14cb4"/><Relationship Id="rIdDemoVideo" Type="http://schemas.openxmlformats.org/officeDocument/2006/relationships/video" Target="../media/Demo_3_Helper_Offline_Settings.mp4"/><Relationship Id="rIdDemoMedia" Type="http://schemas.microsoft.com/office/2007/relationships/media" Target="../media/Demo_3_Helper_Offline_Settings.mp4"/></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62d808dbf734ac7" /><Relationship Type="http://schemas.openxmlformats.org/officeDocument/2006/relationships/notesSlide" Target="/ppt/notesSlides/notesSlide16.xml" Id="Rb6446b839cbe40c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7cad892ea4845bd" /><Relationship Type="http://schemas.openxmlformats.org/officeDocument/2006/relationships/hyperlink" Target="https://github.com/Omswaroopreddyudumula/ajxom-budget-bites" TargetMode="External" Id="Rf2b8a92c65aa49b6" /><Relationship Type="http://schemas.openxmlformats.org/officeDocument/2006/relationships/notesSlide" Target="/ppt/notesSlides/notesSlide17.xml" Id="R4effbe3fd2b8450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e6250a7457d4036" /><Relationship Type="http://schemas.openxmlformats.org/officeDocument/2006/relationships/notesSlide" Target="/ppt/notesSlides/notesSlide18.xml" Id="Rd3989af8831141a3" /></Relationships>
</file>

<file path=ppt/slides/slide1.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598E9D8-74C1-408B-A48B-0AF14A5EF4E1}"/>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Budget Bites</a:t>
            </a:r>
          </a:p>
        </p:txBody>
      </p:sp>
      <p:sp>
        <p:nvSpPr>
          <p:cNvPr id="2" name="">
            <a:extLst xmlns:a="http://schemas.openxmlformats.org/drawingml/2006/main">
              <a:ext uri="{FF2B5EF4-FFF2-40B4-BE49-F238E27FC236}">
                <a16:creationId xmlns:a16="http://schemas.microsoft.com/office/drawing/2014/main" id="{D40F3D21-25F6-4B53-8902-8D1DD5AD8B03}"/>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764B61AF-E2B9-4277-A5F1-6120E6124FB1}"/>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1</a:t>
            </a:r>
          </a:p>
        </p:txBody>
      </p:sp>
      <p:sp>
        <p:nvSpPr>
          <p:cNvPr id="4" name="">
            <a:extLst xmlns:a="http://schemas.openxmlformats.org/drawingml/2006/main">
              <a:ext uri="{FF2B5EF4-FFF2-40B4-BE49-F238E27FC236}">
                <a16:creationId xmlns:a16="http://schemas.microsoft.com/office/drawing/2014/main" id="{4CBBB810-455F-4444-8352-333BB7C755A3}"/>
              </a:ext>
            </a:extLst>
          </p:cNvPr>
          <p:cNvSpPr>
            <a:spLocks xmlns:a="http://schemas.openxmlformats.org/drawingml/2006/main" noGrp="1"/>
          </p:cNvSpPr>
          <p:nvPr/>
        </p:nvSpPr>
        <p:spPr>
          <a:xfrm xmlns:a="http://schemas.openxmlformats.org/drawingml/2006/main">
            <a:off x="666750" y="19526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0">
                <a:solidFill>
                  <a:srgbClr val="152B25"/>
                </a:solidFill>
                <a:latin typeface="Arial"/>
                <a:ea typeface="Arial"/>
                <a:cs typeface="Arial"/>
              </a:defRPr>
            </a:defPPr>
            <a:lvl1pPr>
              <a:buNone/>
              <a:defRPr sz="2850" b="0">
                <a:solidFill>
                  <a:srgbClr val="152B25"/>
                </a:solidFill>
                <a:latin typeface="Arial"/>
                <a:ea typeface="Arial"/>
                <a:cs typeface="Arial"/>
              </a:defRPr>
            </a:lvl1pPr>
            <a:lvl2pPr>
              <a:buNone/>
              <a:defRPr sz="2850" b="0">
                <a:solidFill>
                  <a:srgbClr val="152B25"/>
                </a:solidFill>
                <a:latin typeface="Arial"/>
                <a:ea typeface="Arial"/>
                <a:cs typeface="Arial"/>
              </a:defRPr>
            </a:lvl2pPr>
            <a:lvl3pPr>
              <a:buNone/>
              <a:defRPr sz="2850" b="0">
                <a:solidFill>
                  <a:srgbClr val="152B25"/>
                </a:solidFill>
                <a:latin typeface="Arial"/>
                <a:ea typeface="Arial"/>
                <a:cs typeface="Arial"/>
              </a:defRPr>
            </a:lvl3pPr>
            <a:lvl4pPr>
              <a:buNone/>
              <a:defRPr sz="2850" b="0">
                <a:solidFill>
                  <a:srgbClr val="152B25"/>
                </a:solidFill>
                <a:latin typeface="Arial"/>
                <a:ea typeface="Arial"/>
                <a:cs typeface="Arial"/>
              </a:defRPr>
            </a:lvl4pPr>
            <a:lvl5pPr>
              <a:buNone/>
              <a:defRPr sz="2850" b="0">
                <a:solidFill>
                  <a:srgbClr val="152B25"/>
                </a:solidFill>
                <a:latin typeface="Arial"/>
                <a:ea typeface="Arial"/>
                <a:cs typeface="Arial"/>
              </a:defRPr>
            </a:lvl5pPr>
            <a:lvl6pPr>
              <a:buNone/>
              <a:defRPr sz="2850" b="0">
                <a:solidFill>
                  <a:srgbClr val="152B25"/>
                </a:solidFill>
                <a:latin typeface="Arial"/>
                <a:ea typeface="Arial"/>
                <a:cs typeface="Arial"/>
              </a:defRPr>
            </a:lvl6pPr>
            <a:lvl7pPr>
              <a:buNone/>
              <a:defRPr sz="2850" b="0">
                <a:solidFill>
                  <a:srgbClr val="152B25"/>
                </a:solidFill>
                <a:latin typeface="Arial"/>
                <a:ea typeface="Arial"/>
                <a:cs typeface="Arial"/>
              </a:defRPr>
            </a:lvl7pPr>
            <a:lvl8pPr>
              <a:buNone/>
              <a:defRPr sz="2850" b="0">
                <a:solidFill>
                  <a:srgbClr val="152B25"/>
                </a:solidFill>
                <a:latin typeface="Arial"/>
                <a:ea typeface="Arial"/>
                <a:cs typeface="Arial"/>
              </a:defRPr>
            </a:lvl8pPr>
            <a:lvl9pPr>
              <a:buNone/>
              <a:defRPr sz="2850" b="0">
                <a:solidFill>
                  <a:srgbClr val="152B25"/>
                </a:solidFill>
                <a:latin typeface="Arial"/>
                <a:ea typeface="Arial"/>
                <a:cs typeface="Arial"/>
              </a:defRPr>
            </a:lvl9pPr>
          </a:lstStyle>
          <a:p xmlns:a="http://schemas.openxmlformats.org/drawingml/2006/main">
            <a:pPr>
              <a:buNone/>
              <a:defRPr sz="2850" b="0">
                <a:solidFill>
                  <a:srgbClr val="152B25"/>
                </a:solidFill>
                <a:latin typeface="Arial"/>
                <a:ea typeface="Arial"/>
                <a:cs typeface="Arial"/>
              </a:defRPr>
            </a:pPr>
            <a:r>
              <a:rPr sz="2850" b="0">
                <a:solidFill>
                  <a:srgbClr val="152B25"/>
                </a:solidFill>
                <a:latin typeface="Arial"/>
                <a:ea typeface="Arial"/>
                <a:cs typeface="Arial"/>
              </a:rPr>
              <a:t>Chosen brief: Budget Bites</a:t>
            </a:r>
          </a:p>
        </p:txBody>
      </p:sp>
      <p:sp>
        <p:nvSpPr>
          <p:cNvPr id="5" name="">
            <a:extLst xmlns:a="http://schemas.openxmlformats.org/drawingml/2006/main">
              <a:ext uri="{FF2B5EF4-FFF2-40B4-BE49-F238E27FC236}">
                <a16:creationId xmlns:a16="http://schemas.microsoft.com/office/drawing/2014/main" id="{266D4A52-968C-4FE7-9A4C-35647C4E62E6}"/>
              </a:ext>
            </a:extLst>
          </p:cNvPr>
          <p:cNvSpPr>
            <a:spLocks xmlns:a="http://schemas.openxmlformats.org/drawingml/2006/main" noGrp="1"/>
          </p:cNvSpPr>
          <p:nvPr/>
        </p:nvSpPr>
        <p:spPr>
          <a:xfrm xmlns:a="http://schemas.openxmlformats.org/drawingml/2006/main">
            <a:off x="666750" y="3286125"/>
            <a:ext cx="9525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52B25"/>
                </a:solidFill>
                <a:latin typeface="Arial"/>
                <a:ea typeface="Arial"/>
                <a:cs typeface="Arial"/>
              </a:defRPr>
            </a:defPPr>
            <a:lvl1pPr>
              <a:buNone/>
              <a:defRPr sz="2250" b="0">
                <a:solidFill>
                  <a:srgbClr val="152B25"/>
                </a:solidFill>
                <a:latin typeface="Arial"/>
                <a:ea typeface="Arial"/>
                <a:cs typeface="Arial"/>
              </a:defRPr>
            </a:lvl1pPr>
            <a:lvl2pPr>
              <a:buNone/>
              <a:defRPr sz="2250" b="0">
                <a:solidFill>
                  <a:srgbClr val="152B25"/>
                </a:solidFill>
                <a:latin typeface="Arial"/>
                <a:ea typeface="Arial"/>
                <a:cs typeface="Arial"/>
              </a:defRPr>
            </a:lvl2pPr>
            <a:lvl3pPr>
              <a:buNone/>
              <a:defRPr sz="2250" b="0">
                <a:solidFill>
                  <a:srgbClr val="152B25"/>
                </a:solidFill>
                <a:latin typeface="Arial"/>
                <a:ea typeface="Arial"/>
                <a:cs typeface="Arial"/>
              </a:defRPr>
            </a:lvl3pPr>
            <a:lvl4pPr>
              <a:buNone/>
              <a:defRPr sz="2250" b="0">
                <a:solidFill>
                  <a:srgbClr val="152B25"/>
                </a:solidFill>
                <a:latin typeface="Arial"/>
                <a:ea typeface="Arial"/>
                <a:cs typeface="Arial"/>
              </a:defRPr>
            </a:lvl4pPr>
            <a:lvl5pPr>
              <a:buNone/>
              <a:defRPr sz="2250" b="0">
                <a:solidFill>
                  <a:srgbClr val="152B25"/>
                </a:solidFill>
                <a:latin typeface="Arial"/>
                <a:ea typeface="Arial"/>
                <a:cs typeface="Arial"/>
              </a:defRPr>
            </a:lvl5pPr>
            <a:lvl6pPr>
              <a:buNone/>
              <a:defRPr sz="2250" b="0">
                <a:solidFill>
                  <a:srgbClr val="152B25"/>
                </a:solidFill>
                <a:latin typeface="Arial"/>
                <a:ea typeface="Arial"/>
                <a:cs typeface="Arial"/>
              </a:defRPr>
            </a:lvl6pPr>
            <a:lvl7pPr>
              <a:buNone/>
              <a:defRPr sz="2250" b="0">
                <a:solidFill>
                  <a:srgbClr val="152B25"/>
                </a:solidFill>
                <a:latin typeface="Arial"/>
                <a:ea typeface="Arial"/>
                <a:cs typeface="Arial"/>
              </a:defRPr>
            </a:lvl7pPr>
            <a:lvl8pPr>
              <a:buNone/>
              <a:defRPr sz="2250" b="0">
                <a:solidFill>
                  <a:srgbClr val="152B25"/>
                </a:solidFill>
                <a:latin typeface="Arial"/>
                <a:ea typeface="Arial"/>
                <a:cs typeface="Arial"/>
              </a:defRPr>
            </a:lvl8pPr>
            <a:lvl9pPr>
              <a:buNone/>
              <a:defRPr sz="2250" b="0">
                <a:solidFill>
                  <a:srgbClr val="152B25"/>
                </a:solidFill>
                <a:latin typeface="Arial"/>
                <a:ea typeface="Arial"/>
                <a:cs typeface="Arial"/>
              </a:defRPr>
            </a:lvl9pPr>
          </a:lstStyle>
          <a:p xmlns:a="http://schemas.openxmlformats.org/drawingml/2006/main">
            <a:pPr>
              <a:buNone/>
              <a:defRPr sz="2250" b="0">
                <a:solidFill>
                  <a:srgbClr val="152B25"/>
                </a:solidFill>
                <a:latin typeface="Arial"/>
                <a:ea typeface="Arial"/>
                <a:cs typeface="Arial"/>
              </a:defRPr>
            </a:pPr>
            <a:r>
              <a:rPr sz="2250" b="0">
                <a:solidFill>
                  <a:srgbClr val="152B25"/>
                </a:solidFill>
                <a:latin typeface="Arial"/>
                <a:ea typeface="Arial"/>
                <a:cs typeface="Arial"/>
              </a:rPr>
              <a:t>Om Swaroop Reddy Udumula</a:t>
            </a:r>
          </a:p>
          <a:p xmlns:a="http://schemas.openxmlformats.org/drawingml/2006/main">
            <a:pPr>
              <a:buNone/>
              <a:defRPr sz="2250" b="0">
                <a:solidFill>
                  <a:srgbClr val="152B25"/>
                </a:solidFill>
                <a:latin typeface="Arial"/>
                <a:ea typeface="Arial"/>
                <a:cs typeface="Arial"/>
              </a:defRPr>
            </a:pPr>
            <a:r>
              <a:rPr sz="2250" b="0">
                <a:solidFill>
                  <a:srgbClr val="152B25"/>
                </a:solidFill>
                <a:latin typeface="Arial"/>
                <a:ea typeface="Arial"/>
                <a:cs typeface="Arial"/>
              </a:rPr>
              <a:t>Anton “A.J.” Orea</a:t>
            </a:r>
          </a:p>
        </p:txBody>
      </p:sp>
      <p:sp>
        <p:nvSpPr>
          <p:cNvPr id="6" name="">
            <a:extLst xmlns:a="http://schemas.openxmlformats.org/drawingml/2006/main">
              <a:ext uri="{FF2B5EF4-FFF2-40B4-BE49-F238E27FC236}">
                <a16:creationId xmlns:a16="http://schemas.microsoft.com/office/drawing/2014/main" id="{3243C30F-C6D1-4BA8-93D9-A56B19C328DE}"/>
              </a:ext>
            </a:extLst>
          </p:cNvPr>
          <p:cNvSpPr>
            <a:spLocks xmlns:a="http://schemas.openxmlformats.org/drawingml/2006/main" noGrp="1"/>
          </p:cNvSpPr>
          <p:nvPr/>
        </p:nvSpPr>
        <p:spPr>
          <a:xfrm xmlns:a="http://schemas.openxmlformats.org/drawingml/2006/main">
            <a:off x="666750" y="4905375"/>
            <a:ext cx="1000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4B6259"/>
                </a:solidFill>
                <a:latin typeface="Arial"/>
                <a:ea typeface="Arial"/>
                <a:cs typeface="Arial"/>
              </a:defRPr>
            </a:defPPr>
            <a:lvl1pPr>
              <a:buNone/>
              <a:defRPr sz="1725" b="0">
                <a:solidFill>
                  <a:srgbClr val="4B6259"/>
                </a:solidFill>
                <a:latin typeface="Arial"/>
                <a:ea typeface="Arial"/>
                <a:cs typeface="Arial"/>
              </a:defRPr>
            </a:lvl1pPr>
            <a:lvl2pPr>
              <a:buNone/>
              <a:defRPr sz="1725" b="0">
                <a:solidFill>
                  <a:srgbClr val="4B6259"/>
                </a:solidFill>
                <a:latin typeface="Arial"/>
                <a:ea typeface="Arial"/>
                <a:cs typeface="Arial"/>
              </a:defRPr>
            </a:lvl2pPr>
            <a:lvl3pPr>
              <a:buNone/>
              <a:defRPr sz="1725" b="0">
                <a:solidFill>
                  <a:srgbClr val="4B6259"/>
                </a:solidFill>
                <a:latin typeface="Arial"/>
                <a:ea typeface="Arial"/>
                <a:cs typeface="Arial"/>
              </a:defRPr>
            </a:lvl3pPr>
            <a:lvl4pPr>
              <a:buNone/>
              <a:defRPr sz="1725" b="0">
                <a:solidFill>
                  <a:srgbClr val="4B6259"/>
                </a:solidFill>
                <a:latin typeface="Arial"/>
                <a:ea typeface="Arial"/>
                <a:cs typeface="Arial"/>
              </a:defRPr>
            </a:lvl4pPr>
            <a:lvl5pPr>
              <a:buNone/>
              <a:defRPr sz="1725" b="0">
                <a:solidFill>
                  <a:srgbClr val="4B6259"/>
                </a:solidFill>
                <a:latin typeface="Arial"/>
                <a:ea typeface="Arial"/>
                <a:cs typeface="Arial"/>
              </a:defRPr>
            </a:lvl5pPr>
            <a:lvl6pPr>
              <a:buNone/>
              <a:defRPr sz="1725" b="0">
                <a:solidFill>
                  <a:srgbClr val="4B6259"/>
                </a:solidFill>
                <a:latin typeface="Arial"/>
                <a:ea typeface="Arial"/>
                <a:cs typeface="Arial"/>
              </a:defRPr>
            </a:lvl6pPr>
            <a:lvl7pPr>
              <a:buNone/>
              <a:defRPr sz="1725" b="0">
                <a:solidFill>
                  <a:srgbClr val="4B6259"/>
                </a:solidFill>
                <a:latin typeface="Arial"/>
                <a:ea typeface="Arial"/>
                <a:cs typeface="Arial"/>
              </a:defRPr>
            </a:lvl7pPr>
            <a:lvl8pPr>
              <a:buNone/>
              <a:defRPr sz="1725" b="0">
                <a:solidFill>
                  <a:srgbClr val="4B6259"/>
                </a:solidFill>
                <a:latin typeface="Arial"/>
                <a:ea typeface="Arial"/>
                <a:cs typeface="Arial"/>
              </a:defRPr>
            </a:lvl8pPr>
            <a:lvl9pPr>
              <a:buNone/>
              <a:defRPr sz="1725" b="0">
                <a:solidFill>
                  <a:srgbClr val="4B6259"/>
                </a:solidFill>
                <a:latin typeface="Arial"/>
                <a:ea typeface="Arial"/>
                <a:cs typeface="Arial"/>
              </a:defRPr>
            </a:lvl9pPr>
          </a:lstStyle>
          <a:p xmlns:a="http://schemas.openxmlformats.org/drawingml/2006/main">
            <a:pPr>
              <a:buNone/>
              <a:defRPr sz="1725" b="0">
                <a:solidFill>
                  <a:srgbClr val="4B6259"/>
                </a:solidFill>
                <a:latin typeface="Arial"/>
                <a:ea typeface="Arial"/>
                <a:cs typeface="Arial"/>
              </a:defRPr>
            </a:pPr>
            <a:r>
              <a:rPr sz="1725" b="0">
                <a:solidFill>
                  <a:srgbClr val="4B6259"/>
                </a:solidFill>
                <a:latin typeface="Arial"/>
                <a:ea typeface="Arial"/>
                <a:cs typeface="Arial"/>
              </a:rPr>
              <a:t>Undergraduate Project One</a:t>
            </a:r>
          </a:p>
          <a:p xmlns:a="http://schemas.openxmlformats.org/drawingml/2006/main">
            <a:pPr>
              <a:buNone/>
              <a:defRPr sz="1725" b="0">
                <a:solidFill>
                  <a:srgbClr val="4B6259"/>
                </a:solidFill>
                <a:latin typeface="Arial"/>
                <a:ea typeface="Arial"/>
                <a:cs typeface="Arial"/>
              </a:defRPr>
            </a:pPr>
            <a:r>
              <a:rPr sz="1725" b="0">
                <a:solidFill>
                  <a:srgbClr val="4B6259"/>
                </a:solidFill>
                <a:latin typeface="Arial"/>
                <a:ea typeface="Arial"/>
                <a:cs typeface="Arial"/>
              </a:rPr>
              <a:t>Integrated build prepared October 30, 2026</a:t>
            </a:r>
          </a:p>
        </p:txBody>
      </p:sp>
    </p:spTree>
    <p:extLst>
      <p:ext uri="{BB962C8B-B14F-4D97-AF65-F5344CB8AC3E}">
        <p14:creationId xmlns:p14="http://schemas.microsoft.com/office/powerpoint/2010/main" val="1201472857"/>
      </p:ext>
    </p:extLst>
  </p:cSld>
  <p:transition spd="med">
    <p:fade/>
  </p:transition>
</p:sld>
</file>

<file path=ppt/slides/slide2.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27DDCE2-F57B-4752-A9D3-8093DB1F5C63}"/>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Chosen prompt: Budget Bites</a:t>
            </a:r>
          </a:p>
        </p:txBody>
      </p:sp>
      <p:sp>
        <p:nvSpPr>
          <p:cNvPr id="2" name="">
            <a:extLst xmlns:a="http://schemas.openxmlformats.org/drawingml/2006/main">
              <a:ext uri="{FF2B5EF4-FFF2-40B4-BE49-F238E27FC236}">
                <a16:creationId xmlns:a16="http://schemas.microsoft.com/office/drawing/2014/main" id="{5937A37A-8189-4626-95EB-C0BD1D8C4A82}"/>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7B6379DC-F413-43F9-B062-85689A2C9E24}"/>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E0FACDD7-FABE-4D75-A885-69771E838685}"/>
              </a:ext>
            </a:extLst>
          </p:cNvPr>
          <p:cNvSpPr>
            <a:spLocks xmlns:a="http://schemas.openxmlformats.org/drawingml/2006/main" noGrp="1"/>
          </p:cNvSpPr>
          <p:nvPr/>
        </p:nvSpPr>
        <p:spPr>
          <a:xfrm xmlns:a="http://schemas.openxmlformats.org/drawingml/2006/main">
            <a:off x="666750" y="166687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buNone/>
              <a:defRPr sz="2175" b="0">
                <a:solidFill>
                  <a:srgbClr val="152B25"/>
                </a:solidFill>
                <a:latin typeface="Arial"/>
                <a:ea typeface="Arial"/>
                <a:cs typeface="Arial"/>
              </a:defRPr>
            </a:lvl1pPr>
            <a:lvl2pPr>
              <a:buNone/>
              <a:defRPr sz="2175" b="0">
                <a:solidFill>
                  <a:srgbClr val="152B25"/>
                </a:solidFill>
                <a:latin typeface="Arial"/>
                <a:ea typeface="Arial"/>
                <a:cs typeface="Arial"/>
              </a:defRPr>
            </a:lvl2pPr>
            <a:lvl3pPr>
              <a:buNone/>
              <a:defRPr sz="2175" b="0">
                <a:solidFill>
                  <a:srgbClr val="152B25"/>
                </a:solidFill>
                <a:latin typeface="Arial"/>
                <a:ea typeface="Arial"/>
                <a:cs typeface="Arial"/>
              </a:defRPr>
            </a:lvl3pPr>
            <a:lvl4pPr>
              <a:buNone/>
              <a:defRPr sz="2175" b="0">
                <a:solidFill>
                  <a:srgbClr val="152B25"/>
                </a:solidFill>
                <a:latin typeface="Arial"/>
                <a:ea typeface="Arial"/>
                <a:cs typeface="Arial"/>
              </a:defRPr>
            </a:lvl4pPr>
            <a:lvl5pPr>
              <a:buNone/>
              <a:defRPr sz="2175" b="0">
                <a:solidFill>
                  <a:srgbClr val="152B25"/>
                </a:solidFill>
                <a:latin typeface="Arial"/>
                <a:ea typeface="Arial"/>
                <a:cs typeface="Arial"/>
              </a:defRPr>
            </a:lvl5pPr>
            <a:lvl6pPr>
              <a:buNone/>
              <a:defRPr sz="2175" b="0">
                <a:solidFill>
                  <a:srgbClr val="152B25"/>
                </a:solidFill>
                <a:latin typeface="Arial"/>
                <a:ea typeface="Arial"/>
                <a:cs typeface="Arial"/>
              </a:defRPr>
            </a:lvl6pPr>
            <a:lvl7pPr>
              <a:buNone/>
              <a:defRPr sz="2175" b="0">
                <a:solidFill>
                  <a:srgbClr val="152B25"/>
                </a:solidFill>
                <a:latin typeface="Arial"/>
                <a:ea typeface="Arial"/>
                <a:cs typeface="Arial"/>
              </a:defRPr>
            </a:lvl7pPr>
            <a:lvl8pPr>
              <a:buNone/>
              <a:defRPr sz="2175" b="0">
                <a:solidFill>
                  <a:srgbClr val="152B25"/>
                </a:solidFill>
                <a:latin typeface="Arial"/>
                <a:ea typeface="Arial"/>
                <a:cs typeface="Arial"/>
              </a:defRPr>
            </a:lvl8pPr>
            <a:lvl9pPr>
              <a:buNone/>
              <a:defRPr sz="2175" b="0">
                <a:solidFill>
                  <a:srgbClr val="152B25"/>
                </a:solidFill>
                <a:latin typeface="Arial"/>
                <a:ea typeface="Arial"/>
                <a:cs typeface="Arial"/>
              </a:defRPr>
            </a:lvl9pPr>
          </a:lstStyle>
          <a:p xmlns:a="http://schemas.openxmlformats.org/drawingml/2006/main">
            <a:pPr>
              <a:buNone/>
              <a:defRPr sz="2175" b="0">
                <a:solidFill>
                  <a:srgbClr val="152B25"/>
                </a:solidFill>
                <a:latin typeface="Arial"/>
                <a:ea typeface="Arial"/>
                <a:cs typeface="Arial"/>
              </a:defRPr>
            </a:pPr>
            <a:r>
              <a:rPr sz="2175" b="0">
                <a:solidFill>
                  <a:srgbClr val="152B25"/>
                </a:solidFill>
                <a:latin typeface="Arial"/>
                <a:ea typeface="Arial"/>
                <a:cs typeface="Arial"/>
              </a:rPr>
              <a:t>Build a personal meal catalog with user-entered prices.</a:t>
            </a:r>
          </a:p>
        </p:txBody>
      </p:sp>
      <p:sp>
        <p:nvSpPr>
          <p:cNvPr id="5" name="">
            <a:extLst xmlns:a="http://schemas.openxmlformats.org/drawingml/2006/main">
              <a:ext uri="{FF2B5EF4-FFF2-40B4-BE49-F238E27FC236}">
                <a16:creationId xmlns:a16="http://schemas.microsoft.com/office/drawing/2014/main" id="{B675B131-6484-4007-BC25-55BFBA15F3FA}"/>
              </a:ext>
            </a:extLst>
          </p:cNvPr>
          <p:cNvSpPr>
            <a:spLocks xmlns:a="http://schemas.openxmlformats.org/drawingml/2006/main" noGrp="1"/>
          </p:cNvSpPr>
          <p:nvPr/>
        </p:nvSpPr>
        <p:spPr>
          <a:xfrm xmlns:a="http://schemas.openxmlformats.org/drawingml/2006/main">
            <a:off x="666750" y="25527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buNone/>
              <a:defRPr sz="2175" b="0">
                <a:solidFill>
                  <a:srgbClr val="152B25"/>
                </a:solidFill>
                <a:latin typeface="Arial"/>
                <a:ea typeface="Arial"/>
                <a:cs typeface="Arial"/>
              </a:defRPr>
            </a:lvl1pPr>
            <a:lvl2pPr>
              <a:buNone/>
              <a:defRPr sz="2175" b="0">
                <a:solidFill>
                  <a:srgbClr val="152B25"/>
                </a:solidFill>
                <a:latin typeface="Arial"/>
                <a:ea typeface="Arial"/>
                <a:cs typeface="Arial"/>
              </a:defRPr>
            </a:lvl2pPr>
            <a:lvl3pPr>
              <a:buNone/>
              <a:defRPr sz="2175" b="0">
                <a:solidFill>
                  <a:srgbClr val="152B25"/>
                </a:solidFill>
                <a:latin typeface="Arial"/>
                <a:ea typeface="Arial"/>
                <a:cs typeface="Arial"/>
              </a:defRPr>
            </a:lvl3pPr>
            <a:lvl4pPr>
              <a:buNone/>
              <a:defRPr sz="2175" b="0">
                <a:solidFill>
                  <a:srgbClr val="152B25"/>
                </a:solidFill>
                <a:latin typeface="Arial"/>
                <a:ea typeface="Arial"/>
                <a:cs typeface="Arial"/>
              </a:defRPr>
            </a:lvl4pPr>
            <a:lvl5pPr>
              <a:buNone/>
              <a:defRPr sz="2175" b="0">
                <a:solidFill>
                  <a:srgbClr val="152B25"/>
                </a:solidFill>
                <a:latin typeface="Arial"/>
                <a:ea typeface="Arial"/>
                <a:cs typeface="Arial"/>
              </a:defRPr>
            </a:lvl5pPr>
            <a:lvl6pPr>
              <a:buNone/>
              <a:defRPr sz="2175" b="0">
                <a:solidFill>
                  <a:srgbClr val="152B25"/>
                </a:solidFill>
                <a:latin typeface="Arial"/>
                <a:ea typeface="Arial"/>
                <a:cs typeface="Arial"/>
              </a:defRPr>
            </a:lvl6pPr>
            <a:lvl7pPr>
              <a:buNone/>
              <a:defRPr sz="2175" b="0">
                <a:solidFill>
                  <a:srgbClr val="152B25"/>
                </a:solidFill>
                <a:latin typeface="Arial"/>
                <a:ea typeface="Arial"/>
                <a:cs typeface="Arial"/>
              </a:defRPr>
            </a:lvl7pPr>
            <a:lvl8pPr>
              <a:buNone/>
              <a:defRPr sz="2175" b="0">
                <a:solidFill>
                  <a:srgbClr val="152B25"/>
                </a:solidFill>
                <a:latin typeface="Arial"/>
                <a:ea typeface="Arial"/>
                <a:cs typeface="Arial"/>
              </a:defRPr>
            </a:lvl8pPr>
            <a:lvl9pPr>
              <a:buNone/>
              <a:defRPr sz="2175" b="0">
                <a:solidFill>
                  <a:srgbClr val="152B25"/>
                </a:solidFill>
                <a:latin typeface="Arial"/>
                <a:ea typeface="Arial"/>
                <a:cs typeface="Arial"/>
              </a:defRPr>
            </a:lvl9pPr>
          </a:lstStyle>
          <a:p xmlns:a="http://schemas.openxmlformats.org/drawingml/2006/main">
            <a:pPr>
              <a:buNone/>
              <a:defRPr sz="2175" b="0">
                <a:solidFill>
                  <a:srgbClr val="152B25"/>
                </a:solidFill>
                <a:latin typeface="Arial"/>
                <a:ea typeface="Arial"/>
                <a:cs typeface="Arial"/>
              </a:defRPr>
            </a:pPr>
            <a:r>
              <a:rPr sz="2175" b="0">
                <a:solidFill>
                  <a:srgbClr val="152B25"/>
                </a:solidFill>
                <a:latin typeface="Arial"/>
                <a:ea typeface="Arial"/>
                <a:cs typeface="Arial"/>
              </a:rPr>
              <a:t>Connect planned meal costs with actual purchase spending.</a:t>
            </a:r>
          </a:p>
        </p:txBody>
      </p:sp>
      <p:sp>
        <p:nvSpPr>
          <p:cNvPr id="6" name="">
            <a:extLst xmlns:a="http://schemas.openxmlformats.org/drawingml/2006/main">
              <a:ext uri="{FF2B5EF4-FFF2-40B4-BE49-F238E27FC236}">
                <a16:creationId xmlns:a16="http://schemas.microsoft.com/office/drawing/2014/main" id="{E5AC5976-EEF9-4FF4-B36C-5F3BAB743B4B}"/>
              </a:ext>
            </a:extLst>
          </p:cNvPr>
          <p:cNvSpPr>
            <a:spLocks xmlns:a="http://schemas.openxmlformats.org/drawingml/2006/main" noGrp="1"/>
          </p:cNvSpPr>
          <p:nvPr/>
        </p:nvSpPr>
        <p:spPr>
          <a:xfrm xmlns:a="http://schemas.openxmlformats.org/drawingml/2006/main">
            <a:off x="666750" y="343852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buNone/>
              <a:defRPr sz="2175" b="0">
                <a:solidFill>
                  <a:srgbClr val="152B25"/>
                </a:solidFill>
                <a:latin typeface="Arial"/>
                <a:ea typeface="Arial"/>
                <a:cs typeface="Arial"/>
              </a:defRPr>
            </a:lvl1pPr>
            <a:lvl2pPr>
              <a:buNone/>
              <a:defRPr sz="2175" b="0">
                <a:solidFill>
                  <a:srgbClr val="152B25"/>
                </a:solidFill>
                <a:latin typeface="Arial"/>
                <a:ea typeface="Arial"/>
                <a:cs typeface="Arial"/>
              </a:defRPr>
            </a:lvl2pPr>
            <a:lvl3pPr>
              <a:buNone/>
              <a:defRPr sz="2175" b="0">
                <a:solidFill>
                  <a:srgbClr val="152B25"/>
                </a:solidFill>
                <a:latin typeface="Arial"/>
                <a:ea typeface="Arial"/>
                <a:cs typeface="Arial"/>
              </a:defRPr>
            </a:lvl3pPr>
            <a:lvl4pPr>
              <a:buNone/>
              <a:defRPr sz="2175" b="0">
                <a:solidFill>
                  <a:srgbClr val="152B25"/>
                </a:solidFill>
                <a:latin typeface="Arial"/>
                <a:ea typeface="Arial"/>
                <a:cs typeface="Arial"/>
              </a:defRPr>
            </a:lvl4pPr>
            <a:lvl5pPr>
              <a:buNone/>
              <a:defRPr sz="2175" b="0">
                <a:solidFill>
                  <a:srgbClr val="152B25"/>
                </a:solidFill>
                <a:latin typeface="Arial"/>
                <a:ea typeface="Arial"/>
                <a:cs typeface="Arial"/>
              </a:defRPr>
            </a:lvl5pPr>
            <a:lvl6pPr>
              <a:buNone/>
              <a:defRPr sz="2175" b="0">
                <a:solidFill>
                  <a:srgbClr val="152B25"/>
                </a:solidFill>
                <a:latin typeface="Arial"/>
                <a:ea typeface="Arial"/>
                <a:cs typeface="Arial"/>
              </a:defRPr>
            </a:lvl6pPr>
            <a:lvl7pPr>
              <a:buNone/>
              <a:defRPr sz="2175" b="0">
                <a:solidFill>
                  <a:srgbClr val="152B25"/>
                </a:solidFill>
                <a:latin typeface="Arial"/>
                <a:ea typeface="Arial"/>
                <a:cs typeface="Arial"/>
              </a:defRPr>
            </a:lvl7pPr>
            <a:lvl8pPr>
              <a:buNone/>
              <a:defRPr sz="2175" b="0">
                <a:solidFill>
                  <a:srgbClr val="152B25"/>
                </a:solidFill>
                <a:latin typeface="Arial"/>
                <a:ea typeface="Arial"/>
                <a:cs typeface="Arial"/>
              </a:defRPr>
            </a:lvl8pPr>
            <a:lvl9pPr>
              <a:buNone/>
              <a:defRPr sz="2175" b="0">
                <a:solidFill>
                  <a:srgbClr val="152B25"/>
                </a:solidFill>
                <a:latin typeface="Arial"/>
                <a:ea typeface="Arial"/>
                <a:cs typeface="Arial"/>
              </a:defRPr>
            </a:lvl9pPr>
          </a:lstStyle>
          <a:p xmlns:a="http://schemas.openxmlformats.org/drawingml/2006/main">
            <a:pPr>
              <a:buNone/>
              <a:defRPr sz="2175" b="0">
                <a:solidFill>
                  <a:srgbClr val="152B25"/>
                </a:solidFill>
                <a:latin typeface="Arial"/>
                <a:ea typeface="Arial"/>
                <a:cs typeface="Arial"/>
              </a:defRPr>
            </a:pPr>
            <a:r>
              <a:rPr sz="2175" b="0">
                <a:solidFill>
                  <a:srgbClr val="152B25"/>
                </a:solidFill>
                <a:latin typeface="Arial"/>
                <a:ea typeface="Arial"/>
                <a:cs typeface="Arial"/>
              </a:rPr>
              <a:t>Keep all records and preferences available offline.</a:t>
            </a:r>
          </a:p>
        </p:txBody>
      </p:sp>
      <p:sp>
        <p:nvSpPr>
          <p:cNvPr id="7" name="">
            <a:extLst xmlns:a="http://schemas.openxmlformats.org/drawingml/2006/main">
              <a:ext uri="{FF2B5EF4-FFF2-40B4-BE49-F238E27FC236}">
                <a16:creationId xmlns:a16="http://schemas.microsoft.com/office/drawing/2014/main" id="{6E9B6EA2-953F-4B42-AC7D-B54260C9F431}"/>
              </a:ext>
            </a:extLst>
          </p:cNvPr>
          <p:cNvSpPr>
            <a:spLocks xmlns:a="http://schemas.openxmlformats.org/drawingml/2006/main" noGrp="1"/>
          </p:cNvSpPr>
          <p:nvPr/>
        </p:nvSpPr>
        <p:spPr>
          <a:xfrm xmlns:a="http://schemas.openxmlformats.org/drawingml/2006/main">
            <a:off x="666750" y="43243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buNone/>
              <a:defRPr sz="2175" b="0">
                <a:solidFill>
                  <a:srgbClr val="152B25"/>
                </a:solidFill>
                <a:latin typeface="Arial"/>
                <a:ea typeface="Arial"/>
                <a:cs typeface="Arial"/>
              </a:defRPr>
            </a:lvl1pPr>
            <a:lvl2pPr>
              <a:buNone/>
              <a:defRPr sz="2175" b="0">
                <a:solidFill>
                  <a:srgbClr val="152B25"/>
                </a:solidFill>
                <a:latin typeface="Arial"/>
                <a:ea typeface="Arial"/>
                <a:cs typeface="Arial"/>
              </a:defRPr>
            </a:lvl2pPr>
            <a:lvl3pPr>
              <a:buNone/>
              <a:defRPr sz="2175" b="0">
                <a:solidFill>
                  <a:srgbClr val="152B25"/>
                </a:solidFill>
                <a:latin typeface="Arial"/>
                <a:ea typeface="Arial"/>
                <a:cs typeface="Arial"/>
              </a:defRPr>
            </a:lvl3pPr>
            <a:lvl4pPr>
              <a:buNone/>
              <a:defRPr sz="2175" b="0">
                <a:solidFill>
                  <a:srgbClr val="152B25"/>
                </a:solidFill>
                <a:latin typeface="Arial"/>
                <a:ea typeface="Arial"/>
                <a:cs typeface="Arial"/>
              </a:defRPr>
            </a:lvl4pPr>
            <a:lvl5pPr>
              <a:buNone/>
              <a:defRPr sz="2175" b="0">
                <a:solidFill>
                  <a:srgbClr val="152B25"/>
                </a:solidFill>
                <a:latin typeface="Arial"/>
                <a:ea typeface="Arial"/>
                <a:cs typeface="Arial"/>
              </a:defRPr>
            </a:lvl5pPr>
            <a:lvl6pPr>
              <a:buNone/>
              <a:defRPr sz="2175" b="0">
                <a:solidFill>
                  <a:srgbClr val="152B25"/>
                </a:solidFill>
                <a:latin typeface="Arial"/>
                <a:ea typeface="Arial"/>
                <a:cs typeface="Arial"/>
              </a:defRPr>
            </a:lvl6pPr>
            <a:lvl7pPr>
              <a:buNone/>
              <a:defRPr sz="2175" b="0">
                <a:solidFill>
                  <a:srgbClr val="152B25"/>
                </a:solidFill>
                <a:latin typeface="Arial"/>
                <a:ea typeface="Arial"/>
                <a:cs typeface="Arial"/>
              </a:defRPr>
            </a:lvl7pPr>
            <a:lvl8pPr>
              <a:buNone/>
              <a:defRPr sz="2175" b="0">
                <a:solidFill>
                  <a:srgbClr val="152B25"/>
                </a:solidFill>
                <a:latin typeface="Arial"/>
                <a:ea typeface="Arial"/>
                <a:cs typeface="Arial"/>
              </a:defRPr>
            </a:lvl8pPr>
            <a:lvl9pPr>
              <a:buNone/>
              <a:defRPr sz="2175" b="0">
                <a:solidFill>
                  <a:srgbClr val="152B25"/>
                </a:solidFill>
                <a:latin typeface="Arial"/>
                <a:ea typeface="Arial"/>
                <a:cs typeface="Arial"/>
              </a:defRPr>
            </a:lvl9pPr>
          </a:lstStyle>
          <a:p xmlns:a="http://schemas.openxmlformats.org/drawingml/2006/main">
            <a:pPr>
              <a:buNone/>
              <a:defRPr sz="2175" b="0">
                <a:solidFill>
                  <a:srgbClr val="152B25"/>
                </a:solidFill>
                <a:latin typeface="Arial"/>
                <a:ea typeface="Arial"/>
                <a:cs typeface="Arial"/>
              </a:defRPr>
            </a:pPr>
            <a:r>
              <a:rPr sz="2175" b="0">
                <a:solidFill>
                  <a:srgbClr val="152B25"/>
                </a:solidFill>
                <a:latin typeface="Arial"/>
                <a:ea typeface="Arial"/>
                <a:cs typeface="Arial"/>
              </a:rPr>
              <a:t>Explain a next-cost estimate using local purchase history.</a:t>
            </a:r>
          </a:p>
        </p:txBody>
      </p:sp>
    </p:spTree>
    <p:extLst>
      <p:ext uri="{BB962C8B-B14F-4D97-AF65-F5344CB8AC3E}">
        <p14:creationId xmlns:p14="http://schemas.microsoft.com/office/powerpoint/2010/main" val="503989069"/>
      </p:ext>
    </p:extLst>
  </p:cSld>
  <p:transition spd="med">
    <p:fade/>
  </p:transition>
</p:sld>
</file>

<file path=ppt/slides/slide3.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7C740CB-7B60-4723-8C50-5666B89AEC3E}"/>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Prompt scope and five-screen journey</a:t>
            </a:r>
          </a:p>
        </p:txBody>
      </p:sp>
      <p:sp>
        <p:nvSpPr>
          <p:cNvPr id="2" name="">
            <a:extLst xmlns:a="http://schemas.openxmlformats.org/drawingml/2006/main">
              <a:ext uri="{FF2B5EF4-FFF2-40B4-BE49-F238E27FC236}">
                <a16:creationId xmlns:a16="http://schemas.microsoft.com/office/drawing/2014/main" id="{6BF66E2A-C6EA-4195-98C5-871C382FEDB3}"/>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3DA7924B-4E8D-4DA9-8217-5B6CEE8AD184}"/>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3</a:t>
            </a:r>
          </a:p>
        </p:txBody>
      </p:sp>
      <p:sp>
        <p:nvSpPr>
          <p:cNvPr id="4" name="">
            <a:extLst xmlns:a="http://schemas.openxmlformats.org/drawingml/2006/main">
              <a:ext uri="{FF2B5EF4-FFF2-40B4-BE49-F238E27FC236}">
                <a16:creationId xmlns:a16="http://schemas.microsoft.com/office/drawing/2014/main" id="{8F593391-2C43-457C-A88E-556CC822B7FC}"/>
              </a:ext>
            </a:extLst>
          </p:cNvPr>
          <p:cNvSpPr>
            <a:spLocks xmlns:a="http://schemas.openxmlformats.org/drawingml/2006/main" noGrp="1"/>
          </p:cNvSpPr>
          <p:nvPr/>
        </p:nvSpPr>
        <p:spPr>
          <a:xfrm xmlns:a="http://schemas.openxmlformats.org/drawingml/2006/main">
            <a:off x="666750" y="1524000"/>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buNone/>
              <a:defRPr sz="2100" b="0">
                <a:solidFill>
                  <a:srgbClr val="152B25"/>
                </a:solidFill>
                <a:latin typeface="Arial"/>
                <a:ea typeface="Arial"/>
                <a:cs typeface="Arial"/>
              </a:defRPr>
            </a:lvl1pPr>
            <a:lvl2pPr>
              <a:buNone/>
              <a:defRPr sz="2100" b="0">
                <a:solidFill>
                  <a:srgbClr val="152B25"/>
                </a:solidFill>
                <a:latin typeface="Arial"/>
                <a:ea typeface="Arial"/>
                <a:cs typeface="Arial"/>
              </a:defRPr>
            </a:lvl2pPr>
            <a:lvl3pPr>
              <a:buNone/>
              <a:defRPr sz="2100" b="0">
                <a:solidFill>
                  <a:srgbClr val="152B25"/>
                </a:solidFill>
                <a:latin typeface="Arial"/>
                <a:ea typeface="Arial"/>
                <a:cs typeface="Arial"/>
              </a:defRPr>
            </a:lvl3pPr>
            <a:lvl4pPr>
              <a:buNone/>
              <a:defRPr sz="2100" b="0">
                <a:solidFill>
                  <a:srgbClr val="152B25"/>
                </a:solidFill>
                <a:latin typeface="Arial"/>
                <a:ea typeface="Arial"/>
                <a:cs typeface="Arial"/>
              </a:defRPr>
            </a:lvl4pPr>
            <a:lvl5pPr>
              <a:buNone/>
              <a:defRPr sz="2100" b="0">
                <a:solidFill>
                  <a:srgbClr val="152B25"/>
                </a:solidFill>
                <a:latin typeface="Arial"/>
                <a:ea typeface="Arial"/>
                <a:cs typeface="Arial"/>
              </a:defRPr>
            </a:lvl5pPr>
            <a:lvl6pPr>
              <a:buNone/>
              <a:defRPr sz="2100" b="0">
                <a:solidFill>
                  <a:srgbClr val="152B25"/>
                </a:solidFill>
                <a:latin typeface="Arial"/>
                <a:ea typeface="Arial"/>
                <a:cs typeface="Arial"/>
              </a:defRPr>
            </a:lvl6pPr>
            <a:lvl7pPr>
              <a:buNone/>
              <a:defRPr sz="2100" b="0">
                <a:solidFill>
                  <a:srgbClr val="152B25"/>
                </a:solidFill>
                <a:latin typeface="Arial"/>
                <a:ea typeface="Arial"/>
                <a:cs typeface="Arial"/>
              </a:defRPr>
            </a:lvl7pPr>
            <a:lvl8pPr>
              <a:buNone/>
              <a:defRPr sz="2100" b="0">
                <a:solidFill>
                  <a:srgbClr val="152B25"/>
                </a:solidFill>
                <a:latin typeface="Arial"/>
                <a:ea typeface="Arial"/>
                <a:cs typeface="Arial"/>
              </a:defRPr>
            </a:lvl8pPr>
            <a:lvl9pPr>
              <a:buNone/>
              <a:defRPr sz="2100" b="0">
                <a:solidFill>
                  <a:srgbClr val="152B25"/>
                </a:solidFill>
                <a:latin typeface="Arial"/>
                <a:ea typeface="Arial"/>
                <a:cs typeface="Arial"/>
              </a:defRPr>
            </a:lvl9pPr>
          </a:lstStyle>
          <a:p xmlns:a="http://schemas.openxmlformats.org/drawingml/2006/main">
            <a:pPr>
              <a:buNone/>
              <a:defRPr sz="2100" b="0">
                <a:solidFill>
                  <a:srgbClr val="152B25"/>
                </a:solidFill>
                <a:latin typeface="Arial"/>
                <a:ea typeface="Arial"/>
                <a:cs typeface="Arial"/>
              </a:defRPr>
            </a:pPr>
            <a:r>
              <a:rPr sz="2100" b="0">
                <a:solidFill>
                  <a:srgbClr val="152B25"/>
                </a:solidFill>
                <a:latin typeface="Arial"/>
                <a:ea typeface="Arial"/>
                <a:cs typeface="Arial"/>
              </a:rPr>
              <a:t>Home catalog: meals, search, cuisine and favorites</a:t>
            </a:r>
          </a:p>
        </p:txBody>
      </p:sp>
      <p:sp>
        <p:nvSpPr>
          <p:cNvPr id="5" name="">
            <a:extLst xmlns:a="http://schemas.openxmlformats.org/drawingml/2006/main">
              <a:ext uri="{FF2B5EF4-FFF2-40B4-BE49-F238E27FC236}">
                <a16:creationId xmlns:a16="http://schemas.microsoft.com/office/drawing/2014/main" id="{B3F9E506-C97E-46C5-B5B9-C0FF3B3708C2}"/>
              </a:ext>
            </a:extLst>
          </p:cNvPr>
          <p:cNvSpPr>
            <a:spLocks xmlns:a="http://schemas.openxmlformats.org/drawingml/2006/main" noGrp="1"/>
          </p:cNvSpPr>
          <p:nvPr/>
        </p:nvSpPr>
        <p:spPr>
          <a:xfrm xmlns:a="http://schemas.openxmlformats.org/drawingml/2006/main">
            <a:off x="666750" y="2352675"/>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buNone/>
              <a:defRPr sz="2100" b="0">
                <a:solidFill>
                  <a:srgbClr val="152B25"/>
                </a:solidFill>
                <a:latin typeface="Arial"/>
                <a:ea typeface="Arial"/>
                <a:cs typeface="Arial"/>
              </a:defRPr>
            </a:lvl1pPr>
            <a:lvl2pPr>
              <a:buNone/>
              <a:defRPr sz="2100" b="0">
                <a:solidFill>
                  <a:srgbClr val="152B25"/>
                </a:solidFill>
                <a:latin typeface="Arial"/>
                <a:ea typeface="Arial"/>
                <a:cs typeface="Arial"/>
              </a:defRPr>
            </a:lvl2pPr>
            <a:lvl3pPr>
              <a:buNone/>
              <a:defRPr sz="2100" b="0">
                <a:solidFill>
                  <a:srgbClr val="152B25"/>
                </a:solidFill>
                <a:latin typeface="Arial"/>
                <a:ea typeface="Arial"/>
                <a:cs typeface="Arial"/>
              </a:defRPr>
            </a:lvl3pPr>
            <a:lvl4pPr>
              <a:buNone/>
              <a:defRPr sz="2100" b="0">
                <a:solidFill>
                  <a:srgbClr val="152B25"/>
                </a:solidFill>
                <a:latin typeface="Arial"/>
                <a:ea typeface="Arial"/>
                <a:cs typeface="Arial"/>
              </a:defRPr>
            </a:lvl4pPr>
            <a:lvl5pPr>
              <a:buNone/>
              <a:defRPr sz="2100" b="0">
                <a:solidFill>
                  <a:srgbClr val="152B25"/>
                </a:solidFill>
                <a:latin typeface="Arial"/>
                <a:ea typeface="Arial"/>
                <a:cs typeface="Arial"/>
              </a:defRPr>
            </a:lvl5pPr>
            <a:lvl6pPr>
              <a:buNone/>
              <a:defRPr sz="2100" b="0">
                <a:solidFill>
                  <a:srgbClr val="152B25"/>
                </a:solidFill>
                <a:latin typeface="Arial"/>
                <a:ea typeface="Arial"/>
                <a:cs typeface="Arial"/>
              </a:defRPr>
            </a:lvl6pPr>
            <a:lvl7pPr>
              <a:buNone/>
              <a:defRPr sz="2100" b="0">
                <a:solidFill>
                  <a:srgbClr val="152B25"/>
                </a:solidFill>
                <a:latin typeface="Arial"/>
                <a:ea typeface="Arial"/>
                <a:cs typeface="Arial"/>
              </a:defRPr>
            </a:lvl7pPr>
            <a:lvl8pPr>
              <a:buNone/>
              <a:defRPr sz="2100" b="0">
                <a:solidFill>
                  <a:srgbClr val="152B25"/>
                </a:solidFill>
                <a:latin typeface="Arial"/>
                <a:ea typeface="Arial"/>
                <a:cs typeface="Arial"/>
              </a:defRPr>
            </a:lvl8pPr>
            <a:lvl9pPr>
              <a:buNone/>
              <a:defRPr sz="2100" b="0">
                <a:solidFill>
                  <a:srgbClr val="152B25"/>
                </a:solidFill>
                <a:latin typeface="Arial"/>
                <a:ea typeface="Arial"/>
                <a:cs typeface="Arial"/>
              </a:defRPr>
            </a:lvl9pPr>
          </a:lstStyle>
          <a:p xmlns:a="http://schemas.openxmlformats.org/drawingml/2006/main">
            <a:pPr>
              <a:buNone/>
              <a:defRPr sz="2100" b="0">
                <a:solidFill>
                  <a:srgbClr val="152B25"/>
                </a:solidFill>
                <a:latin typeface="Arial"/>
                <a:ea typeface="Arial"/>
                <a:cs typeface="Arial"/>
              </a:defRPr>
            </a:pPr>
            <a:r>
              <a:rPr sz="2100" b="0">
                <a:solidFill>
                  <a:srgbClr val="152B25"/>
                </a:solidFill>
                <a:latin typeface="Arial"/>
                <a:ea typeface="Arial"/>
                <a:cs typeface="Arial"/>
              </a:rPr>
              <a:t>Meal editor: names, items and estimated USD prices</a:t>
            </a:r>
          </a:p>
        </p:txBody>
      </p:sp>
      <p:sp>
        <p:nvSpPr>
          <p:cNvPr id="6" name="">
            <a:extLst xmlns:a="http://schemas.openxmlformats.org/drawingml/2006/main">
              <a:ext uri="{FF2B5EF4-FFF2-40B4-BE49-F238E27FC236}">
                <a16:creationId xmlns:a16="http://schemas.microsoft.com/office/drawing/2014/main" id="{6E129584-F3F7-4201-BC17-DBDC623907A0}"/>
              </a:ext>
            </a:extLst>
          </p:cNvPr>
          <p:cNvSpPr>
            <a:spLocks xmlns:a="http://schemas.openxmlformats.org/drawingml/2006/main" noGrp="1"/>
          </p:cNvSpPr>
          <p:nvPr/>
        </p:nvSpPr>
        <p:spPr>
          <a:xfrm xmlns:a="http://schemas.openxmlformats.org/drawingml/2006/main">
            <a:off x="666750" y="3181350"/>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buNone/>
              <a:defRPr sz="2100" b="0">
                <a:solidFill>
                  <a:srgbClr val="152B25"/>
                </a:solidFill>
                <a:latin typeface="Arial"/>
                <a:ea typeface="Arial"/>
                <a:cs typeface="Arial"/>
              </a:defRPr>
            </a:lvl1pPr>
            <a:lvl2pPr>
              <a:buNone/>
              <a:defRPr sz="2100" b="0">
                <a:solidFill>
                  <a:srgbClr val="152B25"/>
                </a:solidFill>
                <a:latin typeface="Arial"/>
                <a:ea typeface="Arial"/>
                <a:cs typeface="Arial"/>
              </a:defRPr>
            </a:lvl2pPr>
            <a:lvl3pPr>
              <a:buNone/>
              <a:defRPr sz="2100" b="0">
                <a:solidFill>
                  <a:srgbClr val="152B25"/>
                </a:solidFill>
                <a:latin typeface="Arial"/>
                <a:ea typeface="Arial"/>
                <a:cs typeface="Arial"/>
              </a:defRPr>
            </a:lvl3pPr>
            <a:lvl4pPr>
              <a:buNone/>
              <a:defRPr sz="2100" b="0">
                <a:solidFill>
                  <a:srgbClr val="152B25"/>
                </a:solidFill>
                <a:latin typeface="Arial"/>
                <a:ea typeface="Arial"/>
                <a:cs typeface="Arial"/>
              </a:defRPr>
            </a:lvl4pPr>
            <a:lvl5pPr>
              <a:buNone/>
              <a:defRPr sz="2100" b="0">
                <a:solidFill>
                  <a:srgbClr val="152B25"/>
                </a:solidFill>
                <a:latin typeface="Arial"/>
                <a:ea typeface="Arial"/>
                <a:cs typeface="Arial"/>
              </a:defRPr>
            </a:lvl5pPr>
            <a:lvl6pPr>
              <a:buNone/>
              <a:defRPr sz="2100" b="0">
                <a:solidFill>
                  <a:srgbClr val="152B25"/>
                </a:solidFill>
                <a:latin typeface="Arial"/>
                <a:ea typeface="Arial"/>
                <a:cs typeface="Arial"/>
              </a:defRPr>
            </a:lvl6pPr>
            <a:lvl7pPr>
              <a:buNone/>
              <a:defRPr sz="2100" b="0">
                <a:solidFill>
                  <a:srgbClr val="152B25"/>
                </a:solidFill>
                <a:latin typeface="Arial"/>
                <a:ea typeface="Arial"/>
                <a:cs typeface="Arial"/>
              </a:defRPr>
            </a:lvl7pPr>
            <a:lvl8pPr>
              <a:buNone/>
              <a:defRPr sz="2100" b="0">
                <a:solidFill>
                  <a:srgbClr val="152B25"/>
                </a:solidFill>
                <a:latin typeface="Arial"/>
                <a:ea typeface="Arial"/>
                <a:cs typeface="Arial"/>
              </a:defRPr>
            </a:lvl8pPr>
            <a:lvl9pPr>
              <a:buNone/>
              <a:defRPr sz="2100" b="0">
                <a:solidFill>
                  <a:srgbClr val="152B25"/>
                </a:solidFill>
                <a:latin typeface="Arial"/>
                <a:ea typeface="Arial"/>
                <a:cs typeface="Arial"/>
              </a:defRPr>
            </a:lvl9pPr>
          </a:lstStyle>
          <a:p xmlns:a="http://schemas.openxmlformats.org/drawingml/2006/main">
            <a:pPr>
              <a:buNone/>
              <a:defRPr sz="2100" b="0">
                <a:solidFill>
                  <a:srgbClr val="152B25"/>
                </a:solidFill>
                <a:latin typeface="Arial"/>
                <a:ea typeface="Arial"/>
                <a:cs typeface="Arial"/>
              </a:defRPr>
            </a:pPr>
            <a:r>
              <a:rPr sz="2100" b="0">
                <a:solidFill>
                  <a:srgbClr val="152B25"/>
                </a:solidFill>
                <a:latin typeface="Arial"/>
                <a:ea typeface="Arial"/>
                <a:cs typeface="Arial"/>
              </a:rPr>
              <a:t>Meal activity: start, enter actual cost, save or reset</a:t>
            </a:r>
          </a:p>
        </p:txBody>
      </p:sp>
      <p:sp>
        <p:nvSpPr>
          <p:cNvPr id="7" name="">
            <a:extLst xmlns:a="http://schemas.openxmlformats.org/drawingml/2006/main">
              <a:ext uri="{FF2B5EF4-FFF2-40B4-BE49-F238E27FC236}">
                <a16:creationId xmlns:a16="http://schemas.microsoft.com/office/drawing/2014/main" id="{FD66D7BD-FFB7-4DDF-A1FB-56E70BB37980}"/>
              </a:ext>
            </a:extLst>
          </p:cNvPr>
          <p:cNvSpPr>
            <a:spLocks xmlns:a="http://schemas.openxmlformats.org/drawingml/2006/main" noGrp="1"/>
          </p:cNvSpPr>
          <p:nvPr/>
        </p:nvSpPr>
        <p:spPr>
          <a:xfrm xmlns:a="http://schemas.openxmlformats.org/drawingml/2006/main">
            <a:off x="666750" y="4010025"/>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buNone/>
              <a:defRPr sz="2100" b="0">
                <a:solidFill>
                  <a:srgbClr val="152B25"/>
                </a:solidFill>
                <a:latin typeface="Arial"/>
                <a:ea typeface="Arial"/>
                <a:cs typeface="Arial"/>
              </a:defRPr>
            </a:lvl1pPr>
            <a:lvl2pPr>
              <a:buNone/>
              <a:defRPr sz="2100" b="0">
                <a:solidFill>
                  <a:srgbClr val="152B25"/>
                </a:solidFill>
                <a:latin typeface="Arial"/>
                <a:ea typeface="Arial"/>
                <a:cs typeface="Arial"/>
              </a:defRPr>
            </a:lvl2pPr>
            <a:lvl3pPr>
              <a:buNone/>
              <a:defRPr sz="2100" b="0">
                <a:solidFill>
                  <a:srgbClr val="152B25"/>
                </a:solidFill>
                <a:latin typeface="Arial"/>
                <a:ea typeface="Arial"/>
                <a:cs typeface="Arial"/>
              </a:defRPr>
            </a:lvl3pPr>
            <a:lvl4pPr>
              <a:buNone/>
              <a:defRPr sz="2100" b="0">
                <a:solidFill>
                  <a:srgbClr val="152B25"/>
                </a:solidFill>
                <a:latin typeface="Arial"/>
                <a:ea typeface="Arial"/>
                <a:cs typeface="Arial"/>
              </a:defRPr>
            </a:lvl4pPr>
            <a:lvl5pPr>
              <a:buNone/>
              <a:defRPr sz="2100" b="0">
                <a:solidFill>
                  <a:srgbClr val="152B25"/>
                </a:solidFill>
                <a:latin typeface="Arial"/>
                <a:ea typeface="Arial"/>
                <a:cs typeface="Arial"/>
              </a:defRPr>
            </a:lvl5pPr>
            <a:lvl6pPr>
              <a:buNone/>
              <a:defRPr sz="2100" b="0">
                <a:solidFill>
                  <a:srgbClr val="152B25"/>
                </a:solidFill>
                <a:latin typeface="Arial"/>
                <a:ea typeface="Arial"/>
                <a:cs typeface="Arial"/>
              </a:defRPr>
            </a:lvl6pPr>
            <a:lvl7pPr>
              <a:buNone/>
              <a:defRPr sz="2100" b="0">
                <a:solidFill>
                  <a:srgbClr val="152B25"/>
                </a:solidFill>
                <a:latin typeface="Arial"/>
                <a:ea typeface="Arial"/>
                <a:cs typeface="Arial"/>
              </a:defRPr>
            </a:lvl7pPr>
            <a:lvl8pPr>
              <a:buNone/>
              <a:defRPr sz="2100" b="0">
                <a:solidFill>
                  <a:srgbClr val="152B25"/>
                </a:solidFill>
                <a:latin typeface="Arial"/>
                <a:ea typeface="Arial"/>
                <a:cs typeface="Arial"/>
              </a:defRPr>
            </a:lvl8pPr>
            <a:lvl9pPr>
              <a:buNone/>
              <a:defRPr sz="2100" b="0">
                <a:solidFill>
                  <a:srgbClr val="152B25"/>
                </a:solidFill>
                <a:latin typeface="Arial"/>
                <a:ea typeface="Arial"/>
                <a:cs typeface="Arial"/>
              </a:defRPr>
            </a:lvl9pPr>
          </a:lstStyle>
          <a:p xmlns:a="http://schemas.openxmlformats.org/drawingml/2006/main">
            <a:pPr>
              <a:buNone/>
              <a:defRPr sz="2100" b="0">
                <a:solidFill>
                  <a:srgbClr val="152B25"/>
                </a:solidFill>
                <a:latin typeface="Arial"/>
                <a:ea typeface="Arial"/>
                <a:cs typeface="Arial"/>
              </a:defRPr>
            </a:pPr>
            <a:r>
              <a:rPr sz="2100" b="0">
                <a:solidFill>
                  <a:srgbClr val="152B25"/>
                </a:solidFill>
                <a:latin typeface="Arial"/>
                <a:ea typeface="Arial"/>
                <a:cs typeface="Arial"/>
              </a:rPr>
              <a:t>History: purchase receipts, corrections, filters and totals</a:t>
            </a:r>
          </a:p>
        </p:txBody>
      </p:sp>
      <p:sp>
        <p:nvSpPr>
          <p:cNvPr id="8" name="">
            <a:extLst xmlns:a="http://schemas.openxmlformats.org/drawingml/2006/main">
              <a:ext uri="{FF2B5EF4-FFF2-40B4-BE49-F238E27FC236}">
                <a16:creationId xmlns:a16="http://schemas.microsoft.com/office/drawing/2014/main" id="{32FF2E95-1E5F-49EA-8713-71EF86D2442D}"/>
              </a:ext>
            </a:extLst>
          </p:cNvPr>
          <p:cNvSpPr>
            <a:spLocks xmlns:a="http://schemas.openxmlformats.org/drawingml/2006/main" noGrp="1"/>
          </p:cNvSpPr>
          <p:nvPr/>
        </p:nvSpPr>
        <p:spPr>
          <a:xfrm xmlns:a="http://schemas.openxmlformats.org/drawingml/2006/main">
            <a:off x="666750" y="4838700"/>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buNone/>
              <a:defRPr sz="2100" b="0">
                <a:solidFill>
                  <a:srgbClr val="152B25"/>
                </a:solidFill>
                <a:latin typeface="Arial"/>
                <a:ea typeface="Arial"/>
                <a:cs typeface="Arial"/>
              </a:defRPr>
            </a:lvl1pPr>
            <a:lvl2pPr>
              <a:buNone/>
              <a:defRPr sz="2100" b="0">
                <a:solidFill>
                  <a:srgbClr val="152B25"/>
                </a:solidFill>
                <a:latin typeface="Arial"/>
                <a:ea typeface="Arial"/>
                <a:cs typeface="Arial"/>
              </a:defRPr>
            </a:lvl2pPr>
            <a:lvl3pPr>
              <a:buNone/>
              <a:defRPr sz="2100" b="0">
                <a:solidFill>
                  <a:srgbClr val="152B25"/>
                </a:solidFill>
                <a:latin typeface="Arial"/>
                <a:ea typeface="Arial"/>
                <a:cs typeface="Arial"/>
              </a:defRPr>
            </a:lvl3pPr>
            <a:lvl4pPr>
              <a:buNone/>
              <a:defRPr sz="2100" b="0">
                <a:solidFill>
                  <a:srgbClr val="152B25"/>
                </a:solidFill>
                <a:latin typeface="Arial"/>
                <a:ea typeface="Arial"/>
                <a:cs typeface="Arial"/>
              </a:defRPr>
            </a:lvl4pPr>
            <a:lvl5pPr>
              <a:buNone/>
              <a:defRPr sz="2100" b="0">
                <a:solidFill>
                  <a:srgbClr val="152B25"/>
                </a:solidFill>
                <a:latin typeface="Arial"/>
                <a:ea typeface="Arial"/>
                <a:cs typeface="Arial"/>
              </a:defRPr>
            </a:lvl5pPr>
            <a:lvl6pPr>
              <a:buNone/>
              <a:defRPr sz="2100" b="0">
                <a:solidFill>
                  <a:srgbClr val="152B25"/>
                </a:solidFill>
                <a:latin typeface="Arial"/>
                <a:ea typeface="Arial"/>
                <a:cs typeface="Arial"/>
              </a:defRPr>
            </a:lvl6pPr>
            <a:lvl7pPr>
              <a:buNone/>
              <a:defRPr sz="2100" b="0">
                <a:solidFill>
                  <a:srgbClr val="152B25"/>
                </a:solidFill>
                <a:latin typeface="Arial"/>
                <a:ea typeface="Arial"/>
                <a:cs typeface="Arial"/>
              </a:defRPr>
            </a:lvl7pPr>
            <a:lvl8pPr>
              <a:buNone/>
              <a:defRPr sz="2100" b="0">
                <a:solidFill>
                  <a:srgbClr val="152B25"/>
                </a:solidFill>
                <a:latin typeface="Arial"/>
                <a:ea typeface="Arial"/>
                <a:cs typeface="Arial"/>
              </a:defRPr>
            </a:lvl8pPr>
            <a:lvl9pPr>
              <a:buNone/>
              <a:defRPr sz="2100" b="0">
                <a:solidFill>
                  <a:srgbClr val="152B25"/>
                </a:solidFill>
                <a:latin typeface="Arial"/>
                <a:ea typeface="Arial"/>
                <a:cs typeface="Arial"/>
              </a:defRPr>
            </a:lvl9pPr>
          </a:lstStyle>
          <a:p xmlns:a="http://schemas.openxmlformats.org/drawingml/2006/main">
            <a:pPr>
              <a:buNone/>
              <a:defRPr sz="2100" b="0">
                <a:solidFill>
                  <a:srgbClr val="152B25"/>
                </a:solidFill>
                <a:latin typeface="Arial"/>
                <a:ea typeface="Arial"/>
                <a:cs typeface="Arial"/>
              </a:defRPr>
            </a:pPr>
            <a:r>
              <a:rPr sz="2100" b="0">
                <a:solidFill>
                  <a:srgbClr val="152B25"/>
                </a:solidFill>
                <a:latin typeface="Arial"/>
                <a:ea typeface="Arial"/>
                <a:cs typeface="Arial"/>
              </a:rPr>
              <a:t>Settings: budget slider and saved dark mode</a:t>
            </a:r>
          </a:p>
        </p:txBody>
      </p:sp>
      <p:sp>
        <p:nvSpPr>
          <p:cNvPr id="10" name="">
            <a:extLst xmlns:a="http://schemas.openxmlformats.org/drawingml/2006/main">
              <a:ext uri="{FF2B5EF4-FFF2-40B4-BE49-F238E27FC236}">
                <a16:creationId xmlns:a16="http://schemas.microsoft.com/office/drawing/2014/main" id="{AC747C44-DD7A-4420-A64B-63B36233B2C5}"/>
              </a:ext>
            </a:extLst>
          </p:cNvPr>
          <p:cNvSpPr>
            <a:spLocks xmlns:a="http://schemas.openxmlformats.org/drawingml/2006/main" noGrp="1"/>
          </p:cNvSpPr>
          <p:nvPr/>
        </p:nvSpPr>
        <p:spPr>
          <a:xfrm xmlns:a="http://schemas.openxmlformats.org/drawingml/2006/main">
            <a:off x="666750" y="581025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defRPr sz="1875" b="0">
                <a:solidFill>
                  <a:srgbClr val="152B25"/>
                </a:solidFill>
                <a:latin typeface="Arial"/>
                <a:ea typeface="Arial"/>
                <a:cs typeface="Arial"/>
              </a:defRPr>
            </a:lvl1pPr>
            <a:lvl2pPr>
              <a:defRPr sz="1875" b="0">
                <a:solidFill>
                  <a:srgbClr val="152B25"/>
                </a:solidFill>
                <a:latin typeface="Arial"/>
                <a:ea typeface="Arial"/>
                <a:cs typeface="Arial"/>
              </a:defRPr>
            </a:lvl2pPr>
            <a:lvl3pPr>
              <a:defRPr sz="1875" b="0">
                <a:solidFill>
                  <a:srgbClr val="152B25"/>
                </a:solidFill>
                <a:latin typeface="Arial"/>
                <a:ea typeface="Arial"/>
                <a:cs typeface="Arial"/>
              </a:defRPr>
            </a:lvl3pPr>
            <a:lvl4pPr>
              <a:defRPr sz="1875" b="0">
                <a:solidFill>
                  <a:srgbClr val="152B25"/>
                </a:solidFill>
                <a:latin typeface="Arial"/>
                <a:ea typeface="Arial"/>
                <a:cs typeface="Arial"/>
              </a:defRPr>
            </a:lvl4pPr>
            <a:lvl5pPr>
              <a:defRPr sz="1875" b="0">
                <a:solidFill>
                  <a:srgbClr val="152B25"/>
                </a:solidFill>
                <a:latin typeface="Arial"/>
                <a:ea typeface="Arial"/>
                <a:cs typeface="Arial"/>
              </a:defRPr>
            </a:lvl5pPr>
            <a:lvl6pPr>
              <a:defRPr sz="1875" b="0">
                <a:solidFill>
                  <a:srgbClr val="152B25"/>
                </a:solidFill>
                <a:latin typeface="Arial"/>
                <a:ea typeface="Arial"/>
                <a:cs typeface="Arial"/>
              </a:defRPr>
            </a:lvl6pPr>
            <a:lvl7pPr>
              <a:defRPr sz="1875" b="0">
                <a:solidFill>
                  <a:srgbClr val="152B25"/>
                </a:solidFill>
                <a:latin typeface="Arial"/>
                <a:ea typeface="Arial"/>
                <a:cs typeface="Arial"/>
              </a:defRPr>
            </a:lvl7pPr>
            <a:lvl8pPr>
              <a:defRPr sz="1875" b="0">
                <a:solidFill>
                  <a:srgbClr val="152B25"/>
                </a:solidFill>
                <a:latin typeface="Arial"/>
                <a:ea typeface="Arial"/>
                <a:cs typeface="Arial"/>
              </a:defRPr>
            </a:lvl8pPr>
            <a:lvl9pPr>
              <a:defRPr sz="1875" b="0">
                <a:solidFill>
                  <a:srgbClr val="152B25"/>
                </a:solidFill>
                <a:latin typeface="Arial"/>
                <a:ea typeface="Arial"/>
                <a:cs typeface="Arial"/>
              </a:defRPr>
            </a:lvl9pPr>
          </a:lstStyle>
          <a:p xmlns:a="http://schemas.openxmlformats.org/drawingml/2006/main">
            <a:pPr>
              <a:defRPr sz="1875" b="0">
                <a:solidFill>
                  <a:srgbClr val="152B25"/>
                </a:solidFill>
                <a:latin typeface="Arial"/>
                <a:ea typeface="Arial"/>
                <a:cs typeface="Arial"/>
              </a:defRPr>
            </a:pPr>
            <a:r>
              <a:rPr sz="1875" b="0">
                <a:solidFill>
                  <a:srgbClr val="152B25"/>
                </a:solidFill>
                <a:latin typeface="Arial"/>
                <a:ea typeface="Arial"/>
                <a:cs typeface="Arial"/>
              </a:rPr>
              <a:t>Two related SQLite entities, full CRUD and a local smart helper</a:t>
            </a:r>
          </a:p>
        </p:txBody>
      </p:sp>
    </p:spTree>
    <p:extLst>
      <p:ext uri="{BB962C8B-B14F-4D97-AF65-F5344CB8AC3E}">
        <p14:creationId xmlns:p14="http://schemas.microsoft.com/office/powerpoint/2010/main" val="1693026170"/>
      </p:ext>
    </p:extLst>
  </p:cSld>
  <p:transition spd="med">
    <p:fade/>
  </p:transition>
</p:sld>
</file>

<file path=ppt/slides/slide4.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0C46152-B75E-41AC-A896-7980A286946D}"/>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Architecture and lifecycle</a:t>
            </a:r>
          </a:p>
        </p:txBody>
      </p:sp>
      <p:sp>
        <p:nvSpPr>
          <p:cNvPr id="2" name="">
            <a:extLst xmlns:a="http://schemas.openxmlformats.org/drawingml/2006/main">
              <a:ext uri="{FF2B5EF4-FFF2-40B4-BE49-F238E27FC236}">
                <a16:creationId xmlns:a16="http://schemas.microsoft.com/office/drawing/2014/main" id="{4D504DD5-269C-402F-80AA-61DC3249F77E}"/>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1BD44E51-106F-4F87-8702-A7FBF5A75154}"/>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16AE55A1-C050-4D87-969C-EEB2B128DF54}"/>
              </a:ext>
            </a:extLst>
          </p:cNvPr>
          <p:cNvSpPr>
            <a:spLocks xmlns:a="http://schemas.openxmlformats.org/drawingml/2006/main" noGrp="1"/>
          </p:cNvSpPr>
          <p:nvPr/>
        </p:nvSpPr>
        <p:spPr>
          <a:xfrm xmlns:a="http://schemas.openxmlformats.org/drawingml/2006/main">
            <a:off x="666750" y="1857375"/>
            <a:ext cx="3333750" cy="2857500"/>
          </a:xfrm>
          <a:prstGeom xmlns:a="http://schemas.openxmlformats.org/drawingml/2006/main" prst="rect">
            <a:avLst/>
          </a:prstGeom>
          <a:solidFill xmlns:a="http://schemas.openxmlformats.org/drawingml/2006/main">
            <a:srgbClr val="E6F0E9"/>
          </a:solidFill>
          <a:ln xmlns:a="http://schemas.openxmlformats.org/drawingml/2006/main" w="9525">
            <a:solidFill>
              <a:srgbClr val="8CA89B"/>
            </a:solidFill>
          </a:ln>
        </p:spPr>
      </p:sp>
      <p:sp>
        <p:nvSpPr>
          <p:cNvPr id="5" name="">
            <a:extLst xmlns:a="http://schemas.openxmlformats.org/drawingml/2006/main">
              <a:ext uri="{FF2B5EF4-FFF2-40B4-BE49-F238E27FC236}">
                <a16:creationId xmlns:a16="http://schemas.microsoft.com/office/drawing/2014/main" id="{5BFEC86D-FAFD-4190-AE52-011CFBF19F9F}"/>
              </a:ext>
            </a:extLst>
          </p:cNvPr>
          <p:cNvSpPr>
            <a:spLocks xmlns:a="http://schemas.openxmlformats.org/drawingml/2006/main" noGrp="1"/>
          </p:cNvSpPr>
          <p:nvPr/>
        </p:nvSpPr>
        <p:spPr>
          <a:xfrm xmlns:a="http://schemas.openxmlformats.org/drawingml/2006/main">
            <a:off x="857250" y="2028825"/>
            <a:ext cx="295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52B25"/>
                </a:solidFill>
                <a:latin typeface="Arial"/>
                <a:ea typeface="Arial"/>
                <a:cs typeface="Arial"/>
              </a:defRPr>
            </a:defPPr>
            <a:lvl1pPr>
              <a:buNone/>
              <a:defRPr sz="2025" b="1">
                <a:solidFill>
                  <a:srgbClr val="152B25"/>
                </a:solidFill>
                <a:latin typeface="Arial"/>
                <a:ea typeface="Arial"/>
                <a:cs typeface="Arial"/>
              </a:defRPr>
            </a:lvl1pPr>
            <a:lvl2pPr>
              <a:buNone/>
              <a:defRPr sz="2025" b="1">
                <a:solidFill>
                  <a:srgbClr val="152B25"/>
                </a:solidFill>
                <a:latin typeface="Arial"/>
                <a:ea typeface="Arial"/>
                <a:cs typeface="Arial"/>
              </a:defRPr>
            </a:lvl2pPr>
            <a:lvl3pPr>
              <a:buNone/>
              <a:defRPr sz="2025" b="1">
                <a:solidFill>
                  <a:srgbClr val="152B25"/>
                </a:solidFill>
                <a:latin typeface="Arial"/>
                <a:ea typeface="Arial"/>
                <a:cs typeface="Arial"/>
              </a:defRPr>
            </a:lvl3pPr>
            <a:lvl4pPr>
              <a:buNone/>
              <a:defRPr sz="2025" b="1">
                <a:solidFill>
                  <a:srgbClr val="152B25"/>
                </a:solidFill>
                <a:latin typeface="Arial"/>
                <a:ea typeface="Arial"/>
                <a:cs typeface="Arial"/>
              </a:defRPr>
            </a:lvl4pPr>
            <a:lvl5pPr>
              <a:buNone/>
              <a:defRPr sz="2025" b="1">
                <a:solidFill>
                  <a:srgbClr val="152B25"/>
                </a:solidFill>
                <a:latin typeface="Arial"/>
                <a:ea typeface="Arial"/>
                <a:cs typeface="Arial"/>
              </a:defRPr>
            </a:lvl5pPr>
            <a:lvl6pPr>
              <a:buNone/>
              <a:defRPr sz="2025" b="1">
                <a:solidFill>
                  <a:srgbClr val="152B25"/>
                </a:solidFill>
                <a:latin typeface="Arial"/>
                <a:ea typeface="Arial"/>
                <a:cs typeface="Arial"/>
              </a:defRPr>
            </a:lvl6pPr>
            <a:lvl7pPr>
              <a:buNone/>
              <a:defRPr sz="2025" b="1">
                <a:solidFill>
                  <a:srgbClr val="152B25"/>
                </a:solidFill>
                <a:latin typeface="Arial"/>
                <a:ea typeface="Arial"/>
                <a:cs typeface="Arial"/>
              </a:defRPr>
            </a:lvl7pPr>
            <a:lvl8pPr>
              <a:buNone/>
              <a:defRPr sz="2025" b="1">
                <a:solidFill>
                  <a:srgbClr val="152B25"/>
                </a:solidFill>
                <a:latin typeface="Arial"/>
                <a:ea typeface="Arial"/>
                <a:cs typeface="Arial"/>
              </a:defRPr>
            </a:lvl8pPr>
            <a:lvl9pPr>
              <a:buNone/>
              <a:defRPr sz="2025" b="1">
                <a:solidFill>
                  <a:srgbClr val="152B25"/>
                </a:solidFill>
                <a:latin typeface="Arial"/>
                <a:ea typeface="Arial"/>
                <a:cs typeface="Arial"/>
              </a:defRPr>
            </a:lvl9pPr>
          </a:lstStyle>
          <a:p xmlns:a="http://schemas.openxmlformats.org/drawingml/2006/main">
            <a:pPr>
              <a:buNone/>
              <a:defRPr sz="2025" b="1">
                <a:solidFill>
                  <a:srgbClr val="152B25"/>
                </a:solidFill>
                <a:latin typeface="Arial"/>
                <a:ea typeface="Arial"/>
                <a:cs typeface="Arial"/>
              </a:defRPr>
            </a:pPr>
            <a:r>
              <a:rPr sz="2025" b="1">
                <a:solidFill>
                  <a:srgbClr val="152B25"/>
                </a:solidFill>
                <a:latin typeface="Arial"/>
                <a:ea typeface="Arial"/>
                <a:cs typeface="Arial"/>
              </a:rPr>
              <a:t>UI</a:t>
            </a:r>
          </a:p>
        </p:txBody>
      </p:sp>
      <p:sp>
        <p:nvSpPr>
          <p:cNvPr id="6" name="">
            <a:extLst xmlns:a="http://schemas.openxmlformats.org/drawingml/2006/main">
              <a:ext uri="{FF2B5EF4-FFF2-40B4-BE49-F238E27FC236}">
                <a16:creationId xmlns:a16="http://schemas.microsoft.com/office/drawing/2014/main" id="{F57AE484-42B4-466C-9AF1-5EF03E45AAC8}"/>
              </a:ext>
            </a:extLst>
          </p:cNvPr>
          <p:cNvSpPr>
            <a:spLocks xmlns:a="http://schemas.openxmlformats.org/drawingml/2006/main" noGrp="1"/>
          </p:cNvSpPr>
          <p:nvPr/>
        </p:nvSpPr>
        <p:spPr>
          <a:xfrm xmlns:a="http://schemas.openxmlformats.org/drawingml/2006/main">
            <a:off x="857250" y="2571750"/>
            <a:ext cx="29527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HomeScreen</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MealHistory</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MealEditor / PurchaseEditor</a:t>
            </a:r>
          </a:p>
        </p:txBody>
      </p:sp>
      <p:sp>
        <p:nvSpPr>
          <p:cNvPr id="7" name="">
            <a:extLst xmlns:a="http://schemas.openxmlformats.org/drawingml/2006/main">
              <a:ext uri="{FF2B5EF4-FFF2-40B4-BE49-F238E27FC236}">
                <a16:creationId xmlns:a16="http://schemas.microsoft.com/office/drawing/2014/main" id="{32670A4F-6988-45A6-8B30-A29B8E05F044}"/>
              </a:ext>
            </a:extLst>
          </p:cNvPr>
          <p:cNvSpPr>
            <a:spLocks xmlns:a="http://schemas.openxmlformats.org/drawingml/2006/main" noGrp="1"/>
          </p:cNvSpPr>
          <p:nvPr/>
        </p:nvSpPr>
        <p:spPr>
          <a:xfrm xmlns:a="http://schemas.openxmlformats.org/drawingml/2006/main">
            <a:off x="4429125" y="1857375"/>
            <a:ext cx="3333750" cy="2857500"/>
          </a:xfrm>
          <a:prstGeom xmlns:a="http://schemas.openxmlformats.org/drawingml/2006/main" prst="rect">
            <a:avLst/>
          </a:prstGeom>
          <a:solidFill xmlns:a="http://schemas.openxmlformats.org/drawingml/2006/main">
            <a:srgbClr val="E6F0E9"/>
          </a:solidFill>
          <a:ln xmlns:a="http://schemas.openxmlformats.org/drawingml/2006/main" w="9525">
            <a:solidFill>
              <a:srgbClr val="8CA89B"/>
            </a:solidFill>
          </a:ln>
        </p:spPr>
      </p:sp>
      <p:sp>
        <p:nvSpPr>
          <p:cNvPr id="8" name="">
            <a:extLst xmlns:a="http://schemas.openxmlformats.org/drawingml/2006/main">
              <a:ext uri="{FF2B5EF4-FFF2-40B4-BE49-F238E27FC236}">
                <a16:creationId xmlns:a16="http://schemas.microsoft.com/office/drawing/2014/main" id="{12532828-3CF7-48F2-98EE-8CE28E3FCB75}"/>
              </a:ext>
            </a:extLst>
          </p:cNvPr>
          <p:cNvSpPr>
            <a:spLocks xmlns:a="http://schemas.openxmlformats.org/drawingml/2006/main" noGrp="1"/>
          </p:cNvSpPr>
          <p:nvPr/>
        </p:nvSpPr>
        <p:spPr>
          <a:xfrm xmlns:a="http://schemas.openxmlformats.org/drawingml/2006/main">
            <a:off x="4619625" y="2028825"/>
            <a:ext cx="295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52B25"/>
                </a:solidFill>
                <a:latin typeface="Arial"/>
                <a:ea typeface="Arial"/>
                <a:cs typeface="Arial"/>
              </a:defRPr>
            </a:defPPr>
            <a:lvl1pPr>
              <a:buNone/>
              <a:defRPr sz="2025" b="1">
                <a:solidFill>
                  <a:srgbClr val="152B25"/>
                </a:solidFill>
                <a:latin typeface="Arial"/>
                <a:ea typeface="Arial"/>
                <a:cs typeface="Arial"/>
              </a:defRPr>
            </a:lvl1pPr>
            <a:lvl2pPr>
              <a:buNone/>
              <a:defRPr sz="2025" b="1">
                <a:solidFill>
                  <a:srgbClr val="152B25"/>
                </a:solidFill>
                <a:latin typeface="Arial"/>
                <a:ea typeface="Arial"/>
                <a:cs typeface="Arial"/>
              </a:defRPr>
            </a:lvl2pPr>
            <a:lvl3pPr>
              <a:buNone/>
              <a:defRPr sz="2025" b="1">
                <a:solidFill>
                  <a:srgbClr val="152B25"/>
                </a:solidFill>
                <a:latin typeface="Arial"/>
                <a:ea typeface="Arial"/>
                <a:cs typeface="Arial"/>
              </a:defRPr>
            </a:lvl3pPr>
            <a:lvl4pPr>
              <a:buNone/>
              <a:defRPr sz="2025" b="1">
                <a:solidFill>
                  <a:srgbClr val="152B25"/>
                </a:solidFill>
                <a:latin typeface="Arial"/>
                <a:ea typeface="Arial"/>
                <a:cs typeface="Arial"/>
              </a:defRPr>
            </a:lvl4pPr>
            <a:lvl5pPr>
              <a:buNone/>
              <a:defRPr sz="2025" b="1">
                <a:solidFill>
                  <a:srgbClr val="152B25"/>
                </a:solidFill>
                <a:latin typeface="Arial"/>
                <a:ea typeface="Arial"/>
                <a:cs typeface="Arial"/>
              </a:defRPr>
            </a:lvl5pPr>
            <a:lvl6pPr>
              <a:buNone/>
              <a:defRPr sz="2025" b="1">
                <a:solidFill>
                  <a:srgbClr val="152B25"/>
                </a:solidFill>
                <a:latin typeface="Arial"/>
                <a:ea typeface="Arial"/>
                <a:cs typeface="Arial"/>
              </a:defRPr>
            </a:lvl6pPr>
            <a:lvl7pPr>
              <a:buNone/>
              <a:defRPr sz="2025" b="1">
                <a:solidFill>
                  <a:srgbClr val="152B25"/>
                </a:solidFill>
                <a:latin typeface="Arial"/>
                <a:ea typeface="Arial"/>
                <a:cs typeface="Arial"/>
              </a:defRPr>
            </a:lvl7pPr>
            <a:lvl8pPr>
              <a:buNone/>
              <a:defRPr sz="2025" b="1">
                <a:solidFill>
                  <a:srgbClr val="152B25"/>
                </a:solidFill>
                <a:latin typeface="Arial"/>
                <a:ea typeface="Arial"/>
                <a:cs typeface="Arial"/>
              </a:defRPr>
            </a:lvl8pPr>
            <a:lvl9pPr>
              <a:buNone/>
              <a:defRPr sz="2025" b="1">
                <a:solidFill>
                  <a:srgbClr val="152B25"/>
                </a:solidFill>
                <a:latin typeface="Arial"/>
                <a:ea typeface="Arial"/>
                <a:cs typeface="Arial"/>
              </a:defRPr>
            </a:lvl9pPr>
          </a:lstStyle>
          <a:p xmlns:a="http://schemas.openxmlformats.org/drawingml/2006/main">
            <a:pPr>
              <a:buNone/>
              <a:defRPr sz="2025" b="1">
                <a:solidFill>
                  <a:srgbClr val="152B25"/>
                </a:solidFill>
                <a:latin typeface="Arial"/>
                <a:ea typeface="Arial"/>
                <a:cs typeface="Arial"/>
              </a:defRPr>
            </a:pPr>
            <a:r>
              <a:rPr sz="2025" b="1">
                <a:solidFill>
                  <a:srgbClr val="152B25"/>
                </a:solidFill>
                <a:latin typeface="Arial"/>
                <a:ea typeface="Arial"/>
                <a:cs typeface="Arial"/>
              </a:rPr>
              <a:t>State and rules</a:t>
            </a:r>
          </a:p>
        </p:txBody>
      </p:sp>
      <p:sp>
        <p:nvSpPr>
          <p:cNvPr id="9" name="">
            <a:extLst xmlns:a="http://schemas.openxmlformats.org/drawingml/2006/main">
              <a:ext uri="{FF2B5EF4-FFF2-40B4-BE49-F238E27FC236}">
                <a16:creationId xmlns:a16="http://schemas.microsoft.com/office/drawing/2014/main" id="{F1C67B86-FB04-434A-930A-3314A8FCB768}"/>
              </a:ext>
            </a:extLst>
          </p:cNvPr>
          <p:cNvSpPr>
            <a:spLocks xmlns:a="http://schemas.openxmlformats.org/drawingml/2006/main" noGrp="1"/>
          </p:cNvSpPr>
          <p:nvPr/>
        </p:nvSpPr>
        <p:spPr>
          <a:xfrm xmlns:a="http://schemas.openxmlformats.org/drawingml/2006/main">
            <a:off x="4619625" y="2571750"/>
            <a:ext cx="29527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AppStore</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Money parsing</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Lunch Lens</a:t>
            </a:r>
          </a:p>
        </p:txBody>
      </p:sp>
      <p:sp>
        <p:nvSpPr>
          <p:cNvPr id="10" name="">
            <a:extLst xmlns:a="http://schemas.openxmlformats.org/drawingml/2006/main">
              <a:ext uri="{FF2B5EF4-FFF2-40B4-BE49-F238E27FC236}">
                <a16:creationId xmlns:a16="http://schemas.microsoft.com/office/drawing/2014/main" id="{68772D4E-A5D8-44DC-B747-C78EF9101BFD}"/>
              </a:ext>
            </a:extLst>
          </p:cNvPr>
          <p:cNvSpPr>
            <a:spLocks xmlns:a="http://schemas.openxmlformats.org/drawingml/2006/main" noGrp="1"/>
          </p:cNvSpPr>
          <p:nvPr/>
        </p:nvSpPr>
        <p:spPr>
          <a:xfrm xmlns:a="http://schemas.openxmlformats.org/drawingml/2006/main">
            <a:off x="8191500" y="1857375"/>
            <a:ext cx="3333750" cy="2857500"/>
          </a:xfrm>
          <a:prstGeom xmlns:a="http://schemas.openxmlformats.org/drawingml/2006/main" prst="rect">
            <a:avLst/>
          </a:prstGeom>
          <a:solidFill xmlns:a="http://schemas.openxmlformats.org/drawingml/2006/main">
            <a:srgbClr val="E6F0E9"/>
          </a:solidFill>
          <a:ln xmlns:a="http://schemas.openxmlformats.org/drawingml/2006/main" w="9525">
            <a:solidFill>
              <a:srgbClr val="8CA89B"/>
            </a:solidFill>
          </a:ln>
        </p:spPr>
      </p:sp>
      <p:sp>
        <p:nvSpPr>
          <p:cNvPr id="11" name="">
            <a:extLst xmlns:a="http://schemas.openxmlformats.org/drawingml/2006/main">
              <a:ext uri="{FF2B5EF4-FFF2-40B4-BE49-F238E27FC236}">
                <a16:creationId xmlns:a16="http://schemas.microsoft.com/office/drawing/2014/main" id="{F017B37D-2B52-40B6-8528-80DA44152494}"/>
              </a:ext>
            </a:extLst>
          </p:cNvPr>
          <p:cNvSpPr>
            <a:spLocks xmlns:a="http://schemas.openxmlformats.org/drawingml/2006/main" noGrp="1"/>
          </p:cNvSpPr>
          <p:nvPr/>
        </p:nvSpPr>
        <p:spPr>
          <a:xfrm xmlns:a="http://schemas.openxmlformats.org/drawingml/2006/main">
            <a:off x="8382000" y="2028825"/>
            <a:ext cx="295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52B25"/>
                </a:solidFill>
                <a:latin typeface="Arial"/>
                <a:ea typeface="Arial"/>
                <a:cs typeface="Arial"/>
              </a:defRPr>
            </a:defPPr>
            <a:lvl1pPr>
              <a:buNone/>
              <a:defRPr sz="2025" b="1">
                <a:solidFill>
                  <a:srgbClr val="152B25"/>
                </a:solidFill>
                <a:latin typeface="Arial"/>
                <a:ea typeface="Arial"/>
                <a:cs typeface="Arial"/>
              </a:defRPr>
            </a:lvl1pPr>
            <a:lvl2pPr>
              <a:buNone/>
              <a:defRPr sz="2025" b="1">
                <a:solidFill>
                  <a:srgbClr val="152B25"/>
                </a:solidFill>
                <a:latin typeface="Arial"/>
                <a:ea typeface="Arial"/>
                <a:cs typeface="Arial"/>
              </a:defRPr>
            </a:lvl2pPr>
            <a:lvl3pPr>
              <a:buNone/>
              <a:defRPr sz="2025" b="1">
                <a:solidFill>
                  <a:srgbClr val="152B25"/>
                </a:solidFill>
                <a:latin typeface="Arial"/>
                <a:ea typeface="Arial"/>
                <a:cs typeface="Arial"/>
              </a:defRPr>
            </a:lvl3pPr>
            <a:lvl4pPr>
              <a:buNone/>
              <a:defRPr sz="2025" b="1">
                <a:solidFill>
                  <a:srgbClr val="152B25"/>
                </a:solidFill>
                <a:latin typeface="Arial"/>
                <a:ea typeface="Arial"/>
                <a:cs typeface="Arial"/>
              </a:defRPr>
            </a:lvl4pPr>
            <a:lvl5pPr>
              <a:buNone/>
              <a:defRPr sz="2025" b="1">
                <a:solidFill>
                  <a:srgbClr val="152B25"/>
                </a:solidFill>
                <a:latin typeface="Arial"/>
                <a:ea typeface="Arial"/>
                <a:cs typeface="Arial"/>
              </a:defRPr>
            </a:lvl5pPr>
            <a:lvl6pPr>
              <a:buNone/>
              <a:defRPr sz="2025" b="1">
                <a:solidFill>
                  <a:srgbClr val="152B25"/>
                </a:solidFill>
                <a:latin typeface="Arial"/>
                <a:ea typeface="Arial"/>
                <a:cs typeface="Arial"/>
              </a:defRPr>
            </a:lvl6pPr>
            <a:lvl7pPr>
              <a:buNone/>
              <a:defRPr sz="2025" b="1">
                <a:solidFill>
                  <a:srgbClr val="152B25"/>
                </a:solidFill>
                <a:latin typeface="Arial"/>
                <a:ea typeface="Arial"/>
                <a:cs typeface="Arial"/>
              </a:defRPr>
            </a:lvl7pPr>
            <a:lvl8pPr>
              <a:buNone/>
              <a:defRPr sz="2025" b="1">
                <a:solidFill>
                  <a:srgbClr val="152B25"/>
                </a:solidFill>
                <a:latin typeface="Arial"/>
                <a:ea typeface="Arial"/>
                <a:cs typeface="Arial"/>
              </a:defRPr>
            </a:lvl8pPr>
            <a:lvl9pPr>
              <a:buNone/>
              <a:defRPr sz="2025" b="1">
                <a:solidFill>
                  <a:srgbClr val="152B25"/>
                </a:solidFill>
                <a:latin typeface="Arial"/>
                <a:ea typeface="Arial"/>
                <a:cs typeface="Arial"/>
              </a:defRPr>
            </a:lvl9pPr>
          </a:lstStyle>
          <a:p xmlns:a="http://schemas.openxmlformats.org/drawingml/2006/main">
            <a:pPr>
              <a:buNone/>
              <a:defRPr sz="2025" b="1">
                <a:solidFill>
                  <a:srgbClr val="152B25"/>
                </a:solidFill>
                <a:latin typeface="Arial"/>
                <a:ea typeface="Arial"/>
                <a:cs typeface="Arial"/>
              </a:defRPr>
            </a:pPr>
            <a:r>
              <a:rPr sz="2025" b="1">
                <a:solidFill>
                  <a:srgbClr val="152B25"/>
                </a:solidFill>
                <a:latin typeface="Arial"/>
                <a:ea typeface="Arial"/>
                <a:cs typeface="Arial"/>
              </a:rPr>
              <a:t>Local data</a:t>
            </a:r>
          </a:p>
        </p:txBody>
      </p:sp>
      <p:sp>
        <p:nvSpPr>
          <p:cNvPr id="12" name="">
            <a:extLst xmlns:a="http://schemas.openxmlformats.org/drawingml/2006/main">
              <a:ext uri="{FF2B5EF4-FFF2-40B4-BE49-F238E27FC236}">
                <a16:creationId xmlns:a16="http://schemas.microsoft.com/office/drawing/2014/main" id="{08F8F6D8-B747-47FA-BE1A-EB550F6CCA30}"/>
              </a:ext>
            </a:extLst>
          </p:cNvPr>
          <p:cNvSpPr>
            <a:spLocks xmlns:a="http://schemas.openxmlformats.org/drawingml/2006/main" noGrp="1"/>
          </p:cNvSpPr>
          <p:nvPr/>
        </p:nvSpPr>
        <p:spPr>
          <a:xfrm xmlns:a="http://schemas.openxmlformats.org/drawingml/2006/main">
            <a:off x="8382000" y="2571750"/>
            <a:ext cx="29527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MealDatabase</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SQLite</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SharedPreferences</a:t>
            </a:r>
          </a:p>
        </p:txBody>
      </p:sp>
      <p:sp>
        <p:nvSpPr>
          <p:cNvPr id="13" name="">
            <a:extLst xmlns:a="http://schemas.openxmlformats.org/drawingml/2006/main">
              <a:ext uri="{FF2B5EF4-FFF2-40B4-BE49-F238E27FC236}">
                <a16:creationId xmlns:a16="http://schemas.microsoft.com/office/drawing/2014/main" id="{544FAD95-BFC2-4C74-9D41-1DC30C39ACF5}"/>
              </a:ext>
            </a:extLst>
          </p:cNvPr>
          <p:cNvSpPr>
            <a:spLocks xmlns:a="http://schemas.openxmlformats.org/drawingml/2006/main" noGrp="1"/>
          </p:cNvSpPr>
          <p:nvPr/>
        </p:nvSpPr>
        <p:spPr>
          <a:xfrm xmlns:a="http://schemas.openxmlformats.org/drawingml/2006/main">
            <a:off x="666750" y="52387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2B25"/>
                </a:solidFill>
                <a:latin typeface="Arial"/>
                <a:ea typeface="Arial"/>
                <a:cs typeface="Arial"/>
              </a:defRPr>
            </a:defPPr>
            <a:lvl1pPr>
              <a:buNone/>
              <a:defRPr sz="2025" b="0">
                <a:solidFill>
                  <a:srgbClr val="152B25"/>
                </a:solidFill>
                <a:latin typeface="Arial"/>
                <a:ea typeface="Arial"/>
                <a:cs typeface="Arial"/>
              </a:defRPr>
            </a:lvl1pPr>
            <a:lvl2pPr>
              <a:buNone/>
              <a:defRPr sz="2025" b="0">
                <a:solidFill>
                  <a:srgbClr val="152B25"/>
                </a:solidFill>
                <a:latin typeface="Arial"/>
                <a:ea typeface="Arial"/>
                <a:cs typeface="Arial"/>
              </a:defRPr>
            </a:lvl2pPr>
            <a:lvl3pPr>
              <a:buNone/>
              <a:defRPr sz="2025" b="0">
                <a:solidFill>
                  <a:srgbClr val="152B25"/>
                </a:solidFill>
                <a:latin typeface="Arial"/>
                <a:ea typeface="Arial"/>
                <a:cs typeface="Arial"/>
              </a:defRPr>
            </a:lvl3pPr>
            <a:lvl4pPr>
              <a:buNone/>
              <a:defRPr sz="2025" b="0">
                <a:solidFill>
                  <a:srgbClr val="152B25"/>
                </a:solidFill>
                <a:latin typeface="Arial"/>
                <a:ea typeface="Arial"/>
                <a:cs typeface="Arial"/>
              </a:defRPr>
            </a:lvl4pPr>
            <a:lvl5pPr>
              <a:buNone/>
              <a:defRPr sz="2025" b="0">
                <a:solidFill>
                  <a:srgbClr val="152B25"/>
                </a:solidFill>
                <a:latin typeface="Arial"/>
                <a:ea typeface="Arial"/>
                <a:cs typeface="Arial"/>
              </a:defRPr>
            </a:lvl5pPr>
            <a:lvl6pPr>
              <a:buNone/>
              <a:defRPr sz="2025" b="0">
                <a:solidFill>
                  <a:srgbClr val="152B25"/>
                </a:solidFill>
                <a:latin typeface="Arial"/>
                <a:ea typeface="Arial"/>
                <a:cs typeface="Arial"/>
              </a:defRPr>
            </a:lvl6pPr>
            <a:lvl7pPr>
              <a:buNone/>
              <a:defRPr sz="2025" b="0">
                <a:solidFill>
                  <a:srgbClr val="152B25"/>
                </a:solidFill>
                <a:latin typeface="Arial"/>
                <a:ea typeface="Arial"/>
                <a:cs typeface="Arial"/>
              </a:defRPr>
            </a:lvl7pPr>
            <a:lvl8pPr>
              <a:buNone/>
              <a:defRPr sz="2025" b="0">
                <a:solidFill>
                  <a:srgbClr val="152B25"/>
                </a:solidFill>
                <a:latin typeface="Arial"/>
                <a:ea typeface="Arial"/>
                <a:cs typeface="Arial"/>
              </a:defRPr>
            </a:lvl8pPr>
            <a:lvl9pPr>
              <a:buNone/>
              <a:defRPr sz="2025" b="0">
                <a:solidFill>
                  <a:srgbClr val="152B25"/>
                </a:solidFill>
                <a:latin typeface="Arial"/>
                <a:ea typeface="Arial"/>
                <a:cs typeface="Arial"/>
              </a:defRPr>
            </a:lvl9pPr>
          </a:lstStyle>
          <a:p xmlns:a="http://schemas.openxmlformats.org/drawingml/2006/main">
            <a:pPr>
              <a:buNone/>
              <a:defRPr sz="2025" b="0">
                <a:solidFill>
                  <a:srgbClr val="152B25"/>
                </a:solidFill>
                <a:latin typeface="Arial"/>
                <a:ea typeface="Arial"/>
                <a:cs typeface="Arial"/>
              </a:defRPr>
            </a:pPr>
            <a:r>
              <a:rPr sz="2025" b="0">
                <a:solidFill>
                  <a:srgbClr val="152B25"/>
                </a:solidFill>
                <a:latin typeface="Arial"/>
                <a:ea typeface="Arial"/>
                <a:cs typeface="Arial"/>
              </a:rPr>
              <a:t>UI owns drafts. Data layer owns connections. Domain rules stay testable.</a:t>
            </a:r>
          </a:p>
        </p:txBody>
      </p:sp>
    </p:spTree>
    <p:extLst>
      <p:ext uri="{BB962C8B-B14F-4D97-AF65-F5344CB8AC3E}">
        <p14:creationId xmlns:p14="http://schemas.microsoft.com/office/powerpoint/2010/main" val="1118695760"/>
      </p:ext>
    </p:extLst>
  </p:cSld>
  <p:transition spd="med">
    <p:fade/>
  </p:transition>
</p:sld>
</file>

<file path=ppt/slides/slide5.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EED0A96-754E-46F3-839C-400EB67CFEA0}"/>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Widgets and state ownership</a:t>
            </a:r>
          </a:p>
        </p:txBody>
      </p:sp>
      <p:sp>
        <p:nvSpPr>
          <p:cNvPr id="2" name="">
            <a:extLst xmlns:a="http://schemas.openxmlformats.org/drawingml/2006/main">
              <a:ext uri="{FF2B5EF4-FFF2-40B4-BE49-F238E27FC236}">
                <a16:creationId xmlns:a16="http://schemas.microsoft.com/office/drawing/2014/main" id="{DFA9D50E-A7B8-4FE8-AAA6-50DA8D9EA1CA}"/>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574FFBF2-CF52-4FB5-A847-6765FB0603B5}"/>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5</a:t>
            </a:r>
          </a:p>
        </p:txBody>
      </p:sp>
      <p:sp>
        <p:nvSpPr>
          <p:cNvPr id="4" name="">
            <a:extLst xmlns:a="http://schemas.openxmlformats.org/drawingml/2006/main">
              <a:ext uri="{FF2B5EF4-FFF2-40B4-BE49-F238E27FC236}">
                <a16:creationId xmlns:a16="http://schemas.microsoft.com/office/drawing/2014/main" id="{E6C25F01-6FCD-4C15-941F-95C1839D17D3}"/>
              </a:ext>
            </a:extLst>
          </p:cNvPr>
          <p:cNvSpPr>
            <a:spLocks xmlns:a="http://schemas.openxmlformats.org/drawingml/2006/main" noGrp="1"/>
          </p:cNvSpPr>
          <p:nvPr/>
        </p:nvSpPr>
        <p:spPr>
          <a:xfrm xmlns:a="http://schemas.openxmlformats.org/drawingml/2006/main">
            <a:off x="666750" y="1809750"/>
            <a:ext cx="5048250" cy="2952750"/>
          </a:xfrm>
          <a:prstGeom xmlns:a="http://schemas.openxmlformats.org/drawingml/2006/main" prst="rect">
            <a:avLst/>
          </a:prstGeom>
          <a:solidFill xmlns:a="http://schemas.openxmlformats.org/drawingml/2006/main">
            <a:srgbClr val="E6F0E9"/>
          </a:solidFill>
          <a:ln xmlns:a="http://schemas.openxmlformats.org/drawingml/2006/main" w="9525">
            <a:solidFill>
              <a:srgbClr val="8CA89B"/>
            </a:solidFill>
          </a:ln>
        </p:spPr>
      </p:sp>
      <p:sp>
        <p:nvSpPr>
          <p:cNvPr id="5" name="">
            <a:extLst xmlns:a="http://schemas.openxmlformats.org/drawingml/2006/main">
              <a:ext uri="{FF2B5EF4-FFF2-40B4-BE49-F238E27FC236}">
                <a16:creationId xmlns:a16="http://schemas.microsoft.com/office/drawing/2014/main" id="{8A5147D8-9D12-4637-8B52-3E3B555738B0}"/>
              </a:ext>
            </a:extLst>
          </p:cNvPr>
          <p:cNvSpPr>
            <a:spLocks xmlns:a="http://schemas.openxmlformats.org/drawingml/2006/main" noGrp="1"/>
          </p:cNvSpPr>
          <p:nvPr/>
        </p:nvSpPr>
        <p:spPr>
          <a:xfrm xmlns:a="http://schemas.openxmlformats.org/drawingml/2006/main">
            <a:off x="857250" y="1981200"/>
            <a:ext cx="4667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52B25"/>
                </a:solidFill>
                <a:latin typeface="Arial"/>
                <a:ea typeface="Arial"/>
                <a:cs typeface="Arial"/>
              </a:defRPr>
            </a:defPPr>
            <a:lvl1pPr>
              <a:buNone/>
              <a:defRPr sz="2025" b="1">
                <a:solidFill>
                  <a:srgbClr val="152B25"/>
                </a:solidFill>
                <a:latin typeface="Arial"/>
                <a:ea typeface="Arial"/>
                <a:cs typeface="Arial"/>
              </a:defRPr>
            </a:lvl1pPr>
            <a:lvl2pPr>
              <a:buNone/>
              <a:defRPr sz="2025" b="1">
                <a:solidFill>
                  <a:srgbClr val="152B25"/>
                </a:solidFill>
                <a:latin typeface="Arial"/>
                <a:ea typeface="Arial"/>
                <a:cs typeface="Arial"/>
              </a:defRPr>
            </a:lvl2pPr>
            <a:lvl3pPr>
              <a:buNone/>
              <a:defRPr sz="2025" b="1">
                <a:solidFill>
                  <a:srgbClr val="152B25"/>
                </a:solidFill>
                <a:latin typeface="Arial"/>
                <a:ea typeface="Arial"/>
                <a:cs typeface="Arial"/>
              </a:defRPr>
            </a:lvl3pPr>
            <a:lvl4pPr>
              <a:buNone/>
              <a:defRPr sz="2025" b="1">
                <a:solidFill>
                  <a:srgbClr val="152B25"/>
                </a:solidFill>
                <a:latin typeface="Arial"/>
                <a:ea typeface="Arial"/>
                <a:cs typeface="Arial"/>
              </a:defRPr>
            </a:lvl4pPr>
            <a:lvl5pPr>
              <a:buNone/>
              <a:defRPr sz="2025" b="1">
                <a:solidFill>
                  <a:srgbClr val="152B25"/>
                </a:solidFill>
                <a:latin typeface="Arial"/>
                <a:ea typeface="Arial"/>
                <a:cs typeface="Arial"/>
              </a:defRPr>
            </a:lvl5pPr>
            <a:lvl6pPr>
              <a:buNone/>
              <a:defRPr sz="2025" b="1">
                <a:solidFill>
                  <a:srgbClr val="152B25"/>
                </a:solidFill>
                <a:latin typeface="Arial"/>
                <a:ea typeface="Arial"/>
                <a:cs typeface="Arial"/>
              </a:defRPr>
            </a:lvl6pPr>
            <a:lvl7pPr>
              <a:buNone/>
              <a:defRPr sz="2025" b="1">
                <a:solidFill>
                  <a:srgbClr val="152B25"/>
                </a:solidFill>
                <a:latin typeface="Arial"/>
                <a:ea typeface="Arial"/>
                <a:cs typeface="Arial"/>
              </a:defRPr>
            </a:lvl7pPr>
            <a:lvl8pPr>
              <a:buNone/>
              <a:defRPr sz="2025" b="1">
                <a:solidFill>
                  <a:srgbClr val="152B25"/>
                </a:solidFill>
                <a:latin typeface="Arial"/>
                <a:ea typeface="Arial"/>
                <a:cs typeface="Arial"/>
              </a:defRPr>
            </a:lvl8pPr>
            <a:lvl9pPr>
              <a:buNone/>
              <a:defRPr sz="2025" b="1">
                <a:solidFill>
                  <a:srgbClr val="152B25"/>
                </a:solidFill>
                <a:latin typeface="Arial"/>
                <a:ea typeface="Arial"/>
                <a:cs typeface="Arial"/>
              </a:defRPr>
            </a:lvl9pPr>
          </a:lstStyle>
          <a:p xmlns:a="http://schemas.openxmlformats.org/drawingml/2006/main">
            <a:pPr>
              <a:buNone/>
              <a:defRPr sz="2025" b="1">
                <a:solidFill>
                  <a:srgbClr val="152B25"/>
                </a:solidFill>
                <a:latin typeface="Arial"/>
                <a:ea typeface="Arial"/>
                <a:cs typeface="Arial"/>
              </a:defRPr>
            </a:pPr>
            <a:r>
              <a:rPr sz="2025" b="1">
                <a:solidFill>
                  <a:srgbClr val="152B25"/>
                </a:solidFill>
                <a:latin typeface="Arial"/>
                <a:ea typeface="Arial"/>
                <a:cs typeface="Arial"/>
              </a:rPr>
              <a:t>Stateless display</a:t>
            </a:r>
          </a:p>
        </p:txBody>
      </p:sp>
      <p:sp>
        <p:nvSpPr>
          <p:cNvPr id="6" name="">
            <a:extLst xmlns:a="http://schemas.openxmlformats.org/drawingml/2006/main">
              <a:ext uri="{FF2B5EF4-FFF2-40B4-BE49-F238E27FC236}">
                <a16:creationId xmlns:a16="http://schemas.microsoft.com/office/drawing/2014/main" id="{1AF85D8A-5760-4F20-8D45-22192E7DA07F}"/>
              </a:ext>
            </a:extLst>
          </p:cNvPr>
          <p:cNvSpPr>
            <a:spLocks xmlns:a="http://schemas.openxmlformats.org/drawingml/2006/main" noGrp="1"/>
          </p:cNvSpPr>
          <p:nvPr/>
        </p:nvSpPr>
        <p:spPr>
          <a:xfrm xmlns:a="http://schemas.openxmlformats.org/drawingml/2006/main">
            <a:off x="857250" y="2524125"/>
            <a:ext cx="46672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MealCard</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EmptyView</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Render passed values and callbacks</a:t>
            </a:r>
          </a:p>
        </p:txBody>
      </p:sp>
      <p:sp>
        <p:nvSpPr>
          <p:cNvPr id="7" name="">
            <a:extLst xmlns:a="http://schemas.openxmlformats.org/drawingml/2006/main">
              <a:ext uri="{FF2B5EF4-FFF2-40B4-BE49-F238E27FC236}">
                <a16:creationId xmlns:a16="http://schemas.microsoft.com/office/drawing/2014/main" id="{7BE6CD2D-C54D-4FA6-9B13-9275AB687ABF}"/>
              </a:ext>
            </a:extLst>
          </p:cNvPr>
          <p:cNvSpPr>
            <a:spLocks xmlns:a="http://schemas.openxmlformats.org/drawingml/2006/main" noGrp="1"/>
          </p:cNvSpPr>
          <p:nvPr/>
        </p:nvSpPr>
        <p:spPr>
          <a:xfrm xmlns:a="http://schemas.openxmlformats.org/drawingml/2006/main">
            <a:off x="6191250" y="1809750"/>
            <a:ext cx="5334000" cy="2952750"/>
          </a:xfrm>
          <a:prstGeom xmlns:a="http://schemas.openxmlformats.org/drawingml/2006/main" prst="rect">
            <a:avLst/>
          </a:prstGeom>
          <a:solidFill xmlns:a="http://schemas.openxmlformats.org/drawingml/2006/main">
            <a:srgbClr val="E6F0E9"/>
          </a:solidFill>
          <a:ln xmlns:a="http://schemas.openxmlformats.org/drawingml/2006/main" w="9525">
            <a:solidFill>
              <a:srgbClr val="8CA89B"/>
            </a:solidFill>
          </a:ln>
        </p:spPr>
      </p:sp>
      <p:sp>
        <p:nvSpPr>
          <p:cNvPr id="8" name="">
            <a:extLst xmlns:a="http://schemas.openxmlformats.org/drawingml/2006/main">
              <a:ext uri="{FF2B5EF4-FFF2-40B4-BE49-F238E27FC236}">
                <a16:creationId xmlns:a16="http://schemas.microsoft.com/office/drawing/2014/main" id="{56336E70-D415-494E-A7E8-FC5DDEF3DB7A}"/>
              </a:ext>
            </a:extLst>
          </p:cNvPr>
          <p:cNvSpPr>
            <a:spLocks xmlns:a="http://schemas.openxmlformats.org/drawingml/2006/main" noGrp="1"/>
          </p:cNvSpPr>
          <p:nvPr/>
        </p:nvSpPr>
        <p:spPr>
          <a:xfrm xmlns:a="http://schemas.openxmlformats.org/drawingml/2006/main">
            <a:off x="6381750" y="198120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52B25"/>
                </a:solidFill>
                <a:latin typeface="Arial"/>
                <a:ea typeface="Arial"/>
                <a:cs typeface="Arial"/>
              </a:defRPr>
            </a:defPPr>
            <a:lvl1pPr>
              <a:buNone/>
              <a:defRPr sz="2025" b="1">
                <a:solidFill>
                  <a:srgbClr val="152B25"/>
                </a:solidFill>
                <a:latin typeface="Arial"/>
                <a:ea typeface="Arial"/>
                <a:cs typeface="Arial"/>
              </a:defRPr>
            </a:lvl1pPr>
            <a:lvl2pPr>
              <a:buNone/>
              <a:defRPr sz="2025" b="1">
                <a:solidFill>
                  <a:srgbClr val="152B25"/>
                </a:solidFill>
                <a:latin typeface="Arial"/>
                <a:ea typeface="Arial"/>
                <a:cs typeface="Arial"/>
              </a:defRPr>
            </a:lvl2pPr>
            <a:lvl3pPr>
              <a:buNone/>
              <a:defRPr sz="2025" b="1">
                <a:solidFill>
                  <a:srgbClr val="152B25"/>
                </a:solidFill>
                <a:latin typeface="Arial"/>
                <a:ea typeface="Arial"/>
                <a:cs typeface="Arial"/>
              </a:defRPr>
            </a:lvl3pPr>
            <a:lvl4pPr>
              <a:buNone/>
              <a:defRPr sz="2025" b="1">
                <a:solidFill>
                  <a:srgbClr val="152B25"/>
                </a:solidFill>
                <a:latin typeface="Arial"/>
                <a:ea typeface="Arial"/>
                <a:cs typeface="Arial"/>
              </a:defRPr>
            </a:lvl4pPr>
            <a:lvl5pPr>
              <a:buNone/>
              <a:defRPr sz="2025" b="1">
                <a:solidFill>
                  <a:srgbClr val="152B25"/>
                </a:solidFill>
                <a:latin typeface="Arial"/>
                <a:ea typeface="Arial"/>
                <a:cs typeface="Arial"/>
              </a:defRPr>
            </a:lvl5pPr>
            <a:lvl6pPr>
              <a:buNone/>
              <a:defRPr sz="2025" b="1">
                <a:solidFill>
                  <a:srgbClr val="152B25"/>
                </a:solidFill>
                <a:latin typeface="Arial"/>
                <a:ea typeface="Arial"/>
                <a:cs typeface="Arial"/>
              </a:defRPr>
            </a:lvl6pPr>
            <a:lvl7pPr>
              <a:buNone/>
              <a:defRPr sz="2025" b="1">
                <a:solidFill>
                  <a:srgbClr val="152B25"/>
                </a:solidFill>
                <a:latin typeface="Arial"/>
                <a:ea typeface="Arial"/>
                <a:cs typeface="Arial"/>
              </a:defRPr>
            </a:lvl7pPr>
            <a:lvl8pPr>
              <a:buNone/>
              <a:defRPr sz="2025" b="1">
                <a:solidFill>
                  <a:srgbClr val="152B25"/>
                </a:solidFill>
                <a:latin typeface="Arial"/>
                <a:ea typeface="Arial"/>
                <a:cs typeface="Arial"/>
              </a:defRPr>
            </a:lvl8pPr>
            <a:lvl9pPr>
              <a:buNone/>
              <a:defRPr sz="2025" b="1">
                <a:solidFill>
                  <a:srgbClr val="152B25"/>
                </a:solidFill>
                <a:latin typeface="Arial"/>
                <a:ea typeface="Arial"/>
                <a:cs typeface="Arial"/>
              </a:defRPr>
            </a:lvl9pPr>
          </a:lstStyle>
          <a:p xmlns:a="http://schemas.openxmlformats.org/drawingml/2006/main">
            <a:pPr>
              <a:buNone/>
              <a:defRPr sz="2025" b="1">
                <a:solidFill>
                  <a:srgbClr val="152B25"/>
                </a:solidFill>
                <a:latin typeface="Arial"/>
                <a:ea typeface="Arial"/>
                <a:cs typeface="Arial"/>
              </a:defRPr>
            </a:pPr>
            <a:r>
              <a:rPr sz="2025" b="1">
                <a:solidFill>
                  <a:srgbClr val="152B25"/>
                </a:solidFill>
                <a:latin typeface="Arial"/>
                <a:ea typeface="Arial"/>
                <a:cs typeface="Arial"/>
              </a:rPr>
              <a:t>Stateful interaction</a:t>
            </a:r>
          </a:p>
        </p:txBody>
      </p:sp>
      <p:sp>
        <p:nvSpPr>
          <p:cNvPr id="9" name="">
            <a:extLst xmlns:a="http://schemas.openxmlformats.org/drawingml/2006/main">
              <a:ext uri="{FF2B5EF4-FFF2-40B4-BE49-F238E27FC236}">
                <a16:creationId xmlns:a16="http://schemas.microsoft.com/office/drawing/2014/main" id="{03E6FBD6-EAF5-46CA-89BD-998981861720}"/>
              </a:ext>
            </a:extLst>
          </p:cNvPr>
          <p:cNvSpPr>
            <a:spLocks xmlns:a="http://schemas.openxmlformats.org/drawingml/2006/main" noGrp="1"/>
          </p:cNvSpPr>
          <p:nvPr/>
        </p:nvSpPr>
        <p:spPr>
          <a:xfrm xmlns:a="http://schemas.openxmlformats.org/drawingml/2006/main">
            <a:off x="6381750" y="2524125"/>
            <a:ext cx="49530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MealEditor and PurchaseEditor</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MealHistory filters</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Form drafts and pending-save state</a:t>
            </a:r>
          </a:p>
        </p:txBody>
      </p:sp>
      <p:sp>
        <p:nvSpPr>
          <p:cNvPr id="10" name="">
            <a:extLst xmlns:a="http://schemas.openxmlformats.org/drawingml/2006/main">
              <a:ext uri="{FF2B5EF4-FFF2-40B4-BE49-F238E27FC236}">
                <a16:creationId xmlns:a16="http://schemas.microsoft.com/office/drawing/2014/main" id="{47CCC592-1383-4802-BB1D-D6D6C6AC93ED}"/>
              </a:ext>
            </a:extLst>
          </p:cNvPr>
          <p:cNvSpPr>
            <a:spLocks xmlns:a="http://schemas.openxmlformats.org/drawingml/2006/main" noGrp="1"/>
          </p:cNvSpPr>
          <p:nvPr/>
        </p:nvSpPr>
        <p:spPr>
          <a:xfrm xmlns:a="http://schemas.openxmlformats.org/drawingml/2006/main">
            <a:off x="666750" y="52387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buNone/>
              <a:defRPr sz="2100" b="0">
                <a:solidFill>
                  <a:srgbClr val="152B25"/>
                </a:solidFill>
                <a:latin typeface="Arial"/>
                <a:ea typeface="Arial"/>
                <a:cs typeface="Arial"/>
              </a:defRPr>
            </a:lvl1pPr>
            <a:lvl2pPr>
              <a:buNone/>
              <a:defRPr sz="2100" b="0">
                <a:solidFill>
                  <a:srgbClr val="152B25"/>
                </a:solidFill>
                <a:latin typeface="Arial"/>
                <a:ea typeface="Arial"/>
                <a:cs typeface="Arial"/>
              </a:defRPr>
            </a:lvl2pPr>
            <a:lvl3pPr>
              <a:buNone/>
              <a:defRPr sz="2100" b="0">
                <a:solidFill>
                  <a:srgbClr val="152B25"/>
                </a:solidFill>
                <a:latin typeface="Arial"/>
                <a:ea typeface="Arial"/>
                <a:cs typeface="Arial"/>
              </a:defRPr>
            </a:lvl3pPr>
            <a:lvl4pPr>
              <a:buNone/>
              <a:defRPr sz="2100" b="0">
                <a:solidFill>
                  <a:srgbClr val="152B25"/>
                </a:solidFill>
                <a:latin typeface="Arial"/>
                <a:ea typeface="Arial"/>
                <a:cs typeface="Arial"/>
              </a:defRPr>
            </a:lvl4pPr>
            <a:lvl5pPr>
              <a:buNone/>
              <a:defRPr sz="2100" b="0">
                <a:solidFill>
                  <a:srgbClr val="152B25"/>
                </a:solidFill>
                <a:latin typeface="Arial"/>
                <a:ea typeface="Arial"/>
                <a:cs typeface="Arial"/>
              </a:defRPr>
            </a:lvl5pPr>
            <a:lvl6pPr>
              <a:buNone/>
              <a:defRPr sz="2100" b="0">
                <a:solidFill>
                  <a:srgbClr val="152B25"/>
                </a:solidFill>
                <a:latin typeface="Arial"/>
                <a:ea typeface="Arial"/>
                <a:cs typeface="Arial"/>
              </a:defRPr>
            </a:lvl6pPr>
            <a:lvl7pPr>
              <a:buNone/>
              <a:defRPr sz="2100" b="0">
                <a:solidFill>
                  <a:srgbClr val="152B25"/>
                </a:solidFill>
                <a:latin typeface="Arial"/>
                <a:ea typeface="Arial"/>
                <a:cs typeface="Arial"/>
              </a:defRPr>
            </a:lvl7pPr>
            <a:lvl8pPr>
              <a:buNone/>
              <a:defRPr sz="2100" b="0">
                <a:solidFill>
                  <a:srgbClr val="152B25"/>
                </a:solidFill>
                <a:latin typeface="Arial"/>
                <a:ea typeface="Arial"/>
                <a:cs typeface="Arial"/>
              </a:defRPr>
            </a:lvl8pPr>
            <a:lvl9pPr>
              <a:buNone/>
              <a:defRPr sz="2100" b="0">
                <a:solidFill>
                  <a:srgbClr val="152B25"/>
                </a:solidFill>
                <a:latin typeface="Arial"/>
                <a:ea typeface="Arial"/>
                <a:cs typeface="Arial"/>
              </a:defRPr>
            </a:lvl9pPr>
          </a:lstStyle>
          <a:p xmlns:a="http://schemas.openxmlformats.org/drawingml/2006/main">
            <a:pPr>
              <a:buNone/>
              <a:defRPr sz="2100" b="0">
                <a:solidFill>
                  <a:srgbClr val="152B25"/>
                </a:solidFill>
                <a:latin typeface="Arial"/>
                <a:ea typeface="Arial"/>
                <a:cs typeface="Arial"/>
              </a:defRPr>
            </a:pPr>
            <a:r>
              <a:rPr sz="2100" b="0">
                <a:solidFill>
                  <a:srgbClr val="152B25"/>
                </a:solidFill>
                <a:latin typeface="Arial"/>
                <a:ea typeface="Arial"/>
                <a:cs typeface="Arial"/>
              </a:rPr>
              <a:t>AppStore shares saved records and preferences across screens.</a:t>
            </a:r>
          </a:p>
        </p:txBody>
      </p:sp>
    </p:spTree>
    <p:extLst>
      <p:ext uri="{BB962C8B-B14F-4D97-AF65-F5344CB8AC3E}">
        <p14:creationId xmlns:p14="http://schemas.microsoft.com/office/powerpoint/2010/main" val="206889965"/>
      </p:ext>
    </p:extLst>
  </p:cSld>
  <p:transition spd="med">
    <p:fade/>
  </p:transition>
</p:sld>
</file>

<file path=ppt/slides/slide6.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EFBE5C8-44F0-490E-9970-73110D8CADEE}"/>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Two related SQLite entities</a:t>
            </a:r>
          </a:p>
        </p:txBody>
      </p:sp>
      <p:sp>
        <p:nvSpPr>
          <p:cNvPr id="2" name="">
            <a:extLst xmlns:a="http://schemas.openxmlformats.org/drawingml/2006/main">
              <a:ext uri="{FF2B5EF4-FFF2-40B4-BE49-F238E27FC236}">
                <a16:creationId xmlns:a16="http://schemas.microsoft.com/office/drawing/2014/main" id="{F8A79A2D-DB21-4B6A-A6C3-F256721ACF4E}"/>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37C77B52-0CB3-439E-AA00-880CA0A292ED}"/>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6</a:t>
            </a:r>
          </a:p>
        </p:txBody>
      </p:sp>
      <p:sp>
        <p:nvSpPr>
          <p:cNvPr id="4" name="">
            <a:extLst xmlns:a="http://schemas.openxmlformats.org/drawingml/2006/main">
              <a:ext uri="{FF2B5EF4-FFF2-40B4-BE49-F238E27FC236}">
                <a16:creationId xmlns:a16="http://schemas.microsoft.com/office/drawing/2014/main" id="{9B8E8734-2ED1-412D-9783-7CD1DE1CB6AE}"/>
              </a:ext>
            </a:extLst>
          </p:cNvPr>
          <p:cNvSpPr>
            <a:spLocks xmlns:a="http://schemas.openxmlformats.org/drawingml/2006/main" noGrp="1"/>
          </p:cNvSpPr>
          <p:nvPr/>
        </p:nvSpPr>
        <p:spPr>
          <a:xfrm xmlns:a="http://schemas.openxmlformats.org/drawingml/2006/main">
            <a:off x="666750" y="1666875"/>
            <a:ext cx="4953000" cy="3667125"/>
          </a:xfrm>
          <a:prstGeom xmlns:a="http://schemas.openxmlformats.org/drawingml/2006/main" prst="rect">
            <a:avLst/>
          </a:prstGeom>
          <a:solidFill xmlns:a="http://schemas.openxmlformats.org/drawingml/2006/main">
            <a:srgbClr val="E6F0E9"/>
          </a:solidFill>
          <a:ln xmlns:a="http://schemas.openxmlformats.org/drawingml/2006/main" w="9525">
            <a:solidFill>
              <a:srgbClr val="8CA89B"/>
            </a:solidFill>
          </a:ln>
        </p:spPr>
      </p:sp>
      <p:sp>
        <p:nvSpPr>
          <p:cNvPr id="5" name="">
            <a:extLst xmlns:a="http://schemas.openxmlformats.org/drawingml/2006/main">
              <a:ext uri="{FF2B5EF4-FFF2-40B4-BE49-F238E27FC236}">
                <a16:creationId xmlns:a16="http://schemas.microsoft.com/office/drawing/2014/main" id="{21261725-C8C2-4182-A0B3-E4311F1CB9D1}"/>
              </a:ext>
            </a:extLst>
          </p:cNvPr>
          <p:cNvSpPr>
            <a:spLocks xmlns:a="http://schemas.openxmlformats.org/drawingml/2006/main" noGrp="1"/>
          </p:cNvSpPr>
          <p:nvPr/>
        </p:nvSpPr>
        <p:spPr>
          <a:xfrm xmlns:a="http://schemas.openxmlformats.org/drawingml/2006/main">
            <a:off x="857250" y="1838325"/>
            <a:ext cx="457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52B25"/>
                </a:solidFill>
                <a:latin typeface="Arial"/>
                <a:ea typeface="Arial"/>
                <a:cs typeface="Arial"/>
              </a:defRPr>
            </a:defPPr>
            <a:lvl1pPr>
              <a:buNone/>
              <a:defRPr sz="2025" b="1">
                <a:solidFill>
                  <a:srgbClr val="152B25"/>
                </a:solidFill>
                <a:latin typeface="Arial"/>
                <a:ea typeface="Arial"/>
                <a:cs typeface="Arial"/>
              </a:defRPr>
            </a:lvl1pPr>
            <a:lvl2pPr>
              <a:buNone/>
              <a:defRPr sz="2025" b="1">
                <a:solidFill>
                  <a:srgbClr val="152B25"/>
                </a:solidFill>
                <a:latin typeface="Arial"/>
                <a:ea typeface="Arial"/>
                <a:cs typeface="Arial"/>
              </a:defRPr>
            </a:lvl2pPr>
            <a:lvl3pPr>
              <a:buNone/>
              <a:defRPr sz="2025" b="1">
                <a:solidFill>
                  <a:srgbClr val="152B25"/>
                </a:solidFill>
                <a:latin typeface="Arial"/>
                <a:ea typeface="Arial"/>
                <a:cs typeface="Arial"/>
              </a:defRPr>
            </a:lvl3pPr>
            <a:lvl4pPr>
              <a:buNone/>
              <a:defRPr sz="2025" b="1">
                <a:solidFill>
                  <a:srgbClr val="152B25"/>
                </a:solidFill>
                <a:latin typeface="Arial"/>
                <a:ea typeface="Arial"/>
                <a:cs typeface="Arial"/>
              </a:defRPr>
            </a:lvl4pPr>
            <a:lvl5pPr>
              <a:buNone/>
              <a:defRPr sz="2025" b="1">
                <a:solidFill>
                  <a:srgbClr val="152B25"/>
                </a:solidFill>
                <a:latin typeface="Arial"/>
                <a:ea typeface="Arial"/>
                <a:cs typeface="Arial"/>
              </a:defRPr>
            </a:lvl5pPr>
            <a:lvl6pPr>
              <a:buNone/>
              <a:defRPr sz="2025" b="1">
                <a:solidFill>
                  <a:srgbClr val="152B25"/>
                </a:solidFill>
                <a:latin typeface="Arial"/>
                <a:ea typeface="Arial"/>
                <a:cs typeface="Arial"/>
              </a:defRPr>
            </a:lvl6pPr>
            <a:lvl7pPr>
              <a:buNone/>
              <a:defRPr sz="2025" b="1">
                <a:solidFill>
                  <a:srgbClr val="152B25"/>
                </a:solidFill>
                <a:latin typeface="Arial"/>
                <a:ea typeface="Arial"/>
                <a:cs typeface="Arial"/>
              </a:defRPr>
            </a:lvl7pPr>
            <a:lvl8pPr>
              <a:buNone/>
              <a:defRPr sz="2025" b="1">
                <a:solidFill>
                  <a:srgbClr val="152B25"/>
                </a:solidFill>
                <a:latin typeface="Arial"/>
                <a:ea typeface="Arial"/>
                <a:cs typeface="Arial"/>
              </a:defRPr>
            </a:lvl8pPr>
            <a:lvl9pPr>
              <a:buNone/>
              <a:defRPr sz="2025" b="1">
                <a:solidFill>
                  <a:srgbClr val="152B25"/>
                </a:solidFill>
                <a:latin typeface="Arial"/>
                <a:ea typeface="Arial"/>
                <a:cs typeface="Arial"/>
              </a:defRPr>
            </a:lvl9pPr>
          </a:lstStyle>
          <a:p xmlns:a="http://schemas.openxmlformats.org/drawingml/2006/main">
            <a:pPr>
              <a:buNone/>
              <a:defRPr sz="2025" b="1">
                <a:solidFill>
                  <a:srgbClr val="152B25"/>
                </a:solidFill>
                <a:latin typeface="Arial"/>
                <a:ea typeface="Arial"/>
                <a:cs typeface="Arial"/>
              </a:defRPr>
            </a:pPr>
            <a:r>
              <a:rPr sz="2025" b="1">
                <a:solidFill>
                  <a:srgbClr val="152B25"/>
                </a:solidFill>
                <a:latin typeface="Arial"/>
                <a:ea typeface="Arial"/>
                <a:cs typeface="Arial"/>
              </a:rPr>
              <a:t>Meal</a:t>
            </a:r>
          </a:p>
        </p:txBody>
      </p:sp>
      <p:sp>
        <p:nvSpPr>
          <p:cNvPr id="6" name="">
            <a:extLst xmlns:a="http://schemas.openxmlformats.org/drawingml/2006/main">
              <a:ext uri="{FF2B5EF4-FFF2-40B4-BE49-F238E27FC236}">
                <a16:creationId xmlns:a16="http://schemas.microsoft.com/office/drawing/2014/main" id="{FE37F14C-F1C5-46A6-A063-245AE3042DFA}"/>
              </a:ext>
            </a:extLst>
          </p:cNvPr>
          <p:cNvSpPr>
            <a:spLocks xmlns:a="http://schemas.openxmlformats.org/drawingml/2006/main" noGrp="1"/>
          </p:cNvSpPr>
          <p:nvPr/>
        </p:nvSpPr>
        <p:spPr>
          <a:xfrm xmlns:a="http://schemas.openxmlformats.org/drawingml/2006/main">
            <a:off x="857250" y="2381250"/>
            <a:ext cx="4572000" cy="2809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id</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name and venue note</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cuisine and item labels</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integer-cent item estimates</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favorite flag</a:t>
            </a:r>
          </a:p>
        </p:txBody>
      </p:sp>
      <p:sp>
        <p:nvSpPr>
          <p:cNvPr id="7" name="">
            <a:extLst xmlns:a="http://schemas.openxmlformats.org/drawingml/2006/main">
              <a:ext uri="{FF2B5EF4-FFF2-40B4-BE49-F238E27FC236}">
                <a16:creationId xmlns:a16="http://schemas.microsoft.com/office/drawing/2014/main" id="{0FE056DF-D5DF-45AB-ADFD-78C31FB058E1}"/>
              </a:ext>
            </a:extLst>
          </p:cNvPr>
          <p:cNvSpPr>
            <a:spLocks xmlns:a="http://schemas.openxmlformats.org/drawingml/2006/main" noGrp="1"/>
          </p:cNvSpPr>
          <p:nvPr/>
        </p:nvSpPr>
        <p:spPr>
          <a:xfrm xmlns:a="http://schemas.openxmlformats.org/drawingml/2006/main">
            <a:off x="6572250" y="1666875"/>
            <a:ext cx="4953000" cy="3667125"/>
          </a:xfrm>
          <a:prstGeom xmlns:a="http://schemas.openxmlformats.org/drawingml/2006/main" prst="rect">
            <a:avLst/>
          </a:prstGeom>
          <a:solidFill xmlns:a="http://schemas.openxmlformats.org/drawingml/2006/main">
            <a:srgbClr val="E6F0E9"/>
          </a:solidFill>
          <a:ln xmlns:a="http://schemas.openxmlformats.org/drawingml/2006/main" w="9525">
            <a:solidFill>
              <a:srgbClr val="8CA89B"/>
            </a:solidFill>
          </a:ln>
        </p:spPr>
      </p:sp>
      <p:sp>
        <p:nvSpPr>
          <p:cNvPr id="8" name="">
            <a:extLst xmlns:a="http://schemas.openxmlformats.org/drawingml/2006/main">
              <a:ext uri="{FF2B5EF4-FFF2-40B4-BE49-F238E27FC236}">
                <a16:creationId xmlns:a16="http://schemas.microsoft.com/office/drawing/2014/main" id="{020D4351-5256-4B30-874E-E217557B8CD8}"/>
              </a:ext>
            </a:extLst>
          </p:cNvPr>
          <p:cNvSpPr>
            <a:spLocks xmlns:a="http://schemas.openxmlformats.org/drawingml/2006/main" noGrp="1"/>
          </p:cNvSpPr>
          <p:nvPr/>
        </p:nvSpPr>
        <p:spPr>
          <a:xfrm xmlns:a="http://schemas.openxmlformats.org/drawingml/2006/main">
            <a:off x="6762750" y="1838325"/>
            <a:ext cx="457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52B25"/>
                </a:solidFill>
                <a:latin typeface="Arial"/>
                <a:ea typeface="Arial"/>
                <a:cs typeface="Arial"/>
              </a:defRPr>
            </a:defPPr>
            <a:lvl1pPr>
              <a:buNone/>
              <a:defRPr sz="2025" b="1">
                <a:solidFill>
                  <a:srgbClr val="152B25"/>
                </a:solidFill>
                <a:latin typeface="Arial"/>
                <a:ea typeface="Arial"/>
                <a:cs typeface="Arial"/>
              </a:defRPr>
            </a:lvl1pPr>
            <a:lvl2pPr>
              <a:buNone/>
              <a:defRPr sz="2025" b="1">
                <a:solidFill>
                  <a:srgbClr val="152B25"/>
                </a:solidFill>
                <a:latin typeface="Arial"/>
                <a:ea typeface="Arial"/>
                <a:cs typeface="Arial"/>
              </a:defRPr>
            </a:lvl2pPr>
            <a:lvl3pPr>
              <a:buNone/>
              <a:defRPr sz="2025" b="1">
                <a:solidFill>
                  <a:srgbClr val="152B25"/>
                </a:solidFill>
                <a:latin typeface="Arial"/>
                <a:ea typeface="Arial"/>
                <a:cs typeface="Arial"/>
              </a:defRPr>
            </a:lvl3pPr>
            <a:lvl4pPr>
              <a:buNone/>
              <a:defRPr sz="2025" b="1">
                <a:solidFill>
                  <a:srgbClr val="152B25"/>
                </a:solidFill>
                <a:latin typeface="Arial"/>
                <a:ea typeface="Arial"/>
                <a:cs typeface="Arial"/>
              </a:defRPr>
            </a:lvl4pPr>
            <a:lvl5pPr>
              <a:buNone/>
              <a:defRPr sz="2025" b="1">
                <a:solidFill>
                  <a:srgbClr val="152B25"/>
                </a:solidFill>
                <a:latin typeface="Arial"/>
                <a:ea typeface="Arial"/>
                <a:cs typeface="Arial"/>
              </a:defRPr>
            </a:lvl5pPr>
            <a:lvl6pPr>
              <a:buNone/>
              <a:defRPr sz="2025" b="1">
                <a:solidFill>
                  <a:srgbClr val="152B25"/>
                </a:solidFill>
                <a:latin typeface="Arial"/>
                <a:ea typeface="Arial"/>
                <a:cs typeface="Arial"/>
              </a:defRPr>
            </a:lvl6pPr>
            <a:lvl7pPr>
              <a:buNone/>
              <a:defRPr sz="2025" b="1">
                <a:solidFill>
                  <a:srgbClr val="152B25"/>
                </a:solidFill>
                <a:latin typeface="Arial"/>
                <a:ea typeface="Arial"/>
                <a:cs typeface="Arial"/>
              </a:defRPr>
            </a:lvl7pPr>
            <a:lvl8pPr>
              <a:buNone/>
              <a:defRPr sz="2025" b="1">
                <a:solidFill>
                  <a:srgbClr val="152B25"/>
                </a:solidFill>
                <a:latin typeface="Arial"/>
                <a:ea typeface="Arial"/>
                <a:cs typeface="Arial"/>
              </a:defRPr>
            </a:lvl8pPr>
            <a:lvl9pPr>
              <a:buNone/>
              <a:defRPr sz="2025" b="1">
                <a:solidFill>
                  <a:srgbClr val="152B25"/>
                </a:solidFill>
                <a:latin typeface="Arial"/>
                <a:ea typeface="Arial"/>
                <a:cs typeface="Arial"/>
              </a:defRPr>
            </a:lvl9pPr>
          </a:lstStyle>
          <a:p xmlns:a="http://schemas.openxmlformats.org/drawingml/2006/main">
            <a:pPr>
              <a:buNone/>
              <a:defRPr sz="2025" b="1">
                <a:solidFill>
                  <a:srgbClr val="152B25"/>
                </a:solidFill>
                <a:latin typeface="Arial"/>
                <a:ea typeface="Arial"/>
                <a:cs typeface="Arial"/>
              </a:defRPr>
            </a:pPr>
            <a:r>
              <a:rPr sz="2025" b="1">
                <a:solidFill>
                  <a:srgbClr val="152B25"/>
                </a:solidFill>
                <a:latin typeface="Arial"/>
                <a:ea typeface="Arial"/>
                <a:cs typeface="Arial"/>
              </a:rPr>
              <a:t>PurchaseLog</a:t>
            </a:r>
          </a:p>
        </p:txBody>
      </p:sp>
      <p:sp>
        <p:nvSpPr>
          <p:cNvPr id="9" name="">
            <a:extLst xmlns:a="http://schemas.openxmlformats.org/drawingml/2006/main">
              <a:ext uri="{FF2B5EF4-FFF2-40B4-BE49-F238E27FC236}">
                <a16:creationId xmlns:a16="http://schemas.microsoft.com/office/drawing/2014/main" id="{485E4701-B9B1-4CB6-8243-C0CD28DE0EA4}"/>
              </a:ext>
            </a:extLst>
          </p:cNvPr>
          <p:cNvSpPr>
            <a:spLocks xmlns:a="http://schemas.openxmlformats.org/drawingml/2006/main" noGrp="1"/>
          </p:cNvSpPr>
          <p:nvPr/>
        </p:nvSpPr>
        <p:spPr>
          <a:xfrm xmlns:a="http://schemas.openxmlformats.org/drawingml/2006/main">
            <a:off x="6762750" y="2381250"/>
            <a:ext cx="4572000" cy="2809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id and mealId foreign key</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actualPriceMinor</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purchasedAt</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note</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unique saveToken</a:t>
            </a:r>
          </a:p>
        </p:txBody>
      </p:sp>
      <p:sp>
        <p:nvSpPr>
          <p:cNvPr id="10" name="">
            <a:extLst xmlns:a="http://schemas.openxmlformats.org/drawingml/2006/main">
              <a:ext uri="{FF2B5EF4-FFF2-40B4-BE49-F238E27FC236}">
                <a16:creationId xmlns:a16="http://schemas.microsoft.com/office/drawing/2014/main" id="{11EA7407-D0B4-4943-8A97-FAA5FDE3F37C}"/>
              </a:ext>
            </a:extLst>
          </p:cNvPr>
          <p:cNvSpPr>
            <a:spLocks xmlns:a="http://schemas.openxmlformats.org/drawingml/2006/main" noGrp="1"/>
          </p:cNvSpPr>
          <p:nvPr/>
        </p:nvSpPr>
        <p:spPr>
          <a:xfrm xmlns:a="http://schemas.openxmlformats.org/drawingml/2006/main">
            <a:off x="5695950" y="2857500"/>
            <a:ext cx="838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52B25"/>
                </a:solidFill>
                <a:latin typeface="Arial"/>
                <a:ea typeface="Arial"/>
                <a:cs typeface="Arial"/>
              </a:defRPr>
            </a:defPPr>
            <a:lvl1pPr>
              <a:buNone/>
              <a:defRPr sz="1800" b="1">
                <a:solidFill>
                  <a:srgbClr val="152B25"/>
                </a:solidFill>
                <a:latin typeface="Arial"/>
                <a:ea typeface="Arial"/>
                <a:cs typeface="Arial"/>
              </a:defRPr>
            </a:lvl1pPr>
            <a:lvl2pPr>
              <a:buNone/>
              <a:defRPr sz="1800" b="1">
                <a:solidFill>
                  <a:srgbClr val="152B25"/>
                </a:solidFill>
                <a:latin typeface="Arial"/>
                <a:ea typeface="Arial"/>
                <a:cs typeface="Arial"/>
              </a:defRPr>
            </a:lvl2pPr>
            <a:lvl3pPr>
              <a:buNone/>
              <a:defRPr sz="1800" b="1">
                <a:solidFill>
                  <a:srgbClr val="152B25"/>
                </a:solidFill>
                <a:latin typeface="Arial"/>
                <a:ea typeface="Arial"/>
                <a:cs typeface="Arial"/>
              </a:defRPr>
            </a:lvl3pPr>
            <a:lvl4pPr>
              <a:buNone/>
              <a:defRPr sz="1800" b="1">
                <a:solidFill>
                  <a:srgbClr val="152B25"/>
                </a:solidFill>
                <a:latin typeface="Arial"/>
                <a:ea typeface="Arial"/>
                <a:cs typeface="Arial"/>
              </a:defRPr>
            </a:lvl4pPr>
            <a:lvl5pPr>
              <a:buNone/>
              <a:defRPr sz="1800" b="1">
                <a:solidFill>
                  <a:srgbClr val="152B25"/>
                </a:solidFill>
                <a:latin typeface="Arial"/>
                <a:ea typeface="Arial"/>
                <a:cs typeface="Arial"/>
              </a:defRPr>
            </a:lvl5pPr>
            <a:lvl6pPr>
              <a:buNone/>
              <a:defRPr sz="1800" b="1">
                <a:solidFill>
                  <a:srgbClr val="152B25"/>
                </a:solidFill>
                <a:latin typeface="Arial"/>
                <a:ea typeface="Arial"/>
                <a:cs typeface="Arial"/>
              </a:defRPr>
            </a:lvl6pPr>
            <a:lvl7pPr>
              <a:buNone/>
              <a:defRPr sz="1800" b="1">
                <a:solidFill>
                  <a:srgbClr val="152B25"/>
                </a:solidFill>
                <a:latin typeface="Arial"/>
                <a:ea typeface="Arial"/>
                <a:cs typeface="Arial"/>
              </a:defRPr>
            </a:lvl7pPr>
            <a:lvl8pPr>
              <a:buNone/>
              <a:defRPr sz="1800" b="1">
                <a:solidFill>
                  <a:srgbClr val="152B25"/>
                </a:solidFill>
                <a:latin typeface="Arial"/>
                <a:ea typeface="Arial"/>
                <a:cs typeface="Arial"/>
              </a:defRPr>
            </a:lvl8pPr>
            <a:lvl9pPr>
              <a:buNone/>
              <a:defRPr sz="1800" b="1">
                <a:solidFill>
                  <a:srgbClr val="152B25"/>
                </a:solidFill>
                <a:latin typeface="Arial"/>
                <a:ea typeface="Arial"/>
                <a:cs typeface="Arial"/>
              </a:defRPr>
            </a:lvl9pPr>
          </a:lstStyle>
          <a:p xmlns:a="http://schemas.openxmlformats.org/drawingml/2006/main">
            <a:pPr>
              <a:buNone/>
              <a:defRPr sz="1800" b="1">
                <a:solidFill>
                  <a:srgbClr val="152B25"/>
                </a:solidFill>
                <a:latin typeface="Arial"/>
                <a:ea typeface="Arial"/>
                <a:cs typeface="Arial"/>
              </a:defRPr>
            </a:pPr>
            <a:r>
              <a:rPr sz="1800" b="1">
                <a:solidFill>
                  <a:srgbClr val="152B25"/>
                </a:solidFill>
                <a:latin typeface="Arial"/>
                <a:ea typeface="Arial"/>
                <a:cs typeface="Arial"/>
              </a:rPr>
              <a:t>1 : N</a:t>
            </a:r>
          </a:p>
        </p:txBody>
      </p:sp>
      <p:sp>
        <p:nvSpPr>
          <p:cNvPr id="11" name="">
            <a:extLst xmlns:a="http://schemas.openxmlformats.org/drawingml/2006/main">
              <a:ext uri="{FF2B5EF4-FFF2-40B4-BE49-F238E27FC236}">
                <a16:creationId xmlns:a16="http://schemas.microsoft.com/office/drawing/2014/main" id="{FA3676EF-85BD-4E96-8A03-352433CBB6CF}"/>
              </a:ext>
            </a:extLst>
          </p:cNvPr>
          <p:cNvSpPr>
            <a:spLocks xmlns:a="http://schemas.openxmlformats.org/drawingml/2006/main" noGrp="1"/>
          </p:cNvSpPr>
          <p:nvPr/>
        </p:nvSpPr>
        <p:spPr>
          <a:xfrm xmlns:a="http://schemas.openxmlformats.org/drawingml/2006/main">
            <a:off x="666750" y="561975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Restricted parent deletion protects saved receipts.</a:t>
            </a:r>
          </a:p>
        </p:txBody>
      </p:sp>
    </p:spTree>
    <p:extLst>
      <p:ext uri="{BB962C8B-B14F-4D97-AF65-F5344CB8AC3E}">
        <p14:creationId xmlns:p14="http://schemas.microsoft.com/office/powerpoint/2010/main" val="2136926510"/>
      </p:ext>
    </p:extLst>
  </p:cSld>
  <p:transition spd="med">
    <p:fade/>
  </p:transition>
</p:sld>
</file>

<file path=ppt/slides/slide7.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DA81959-A9DD-4351-836F-E60F3F478B9F}"/>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Purchase workflow and integrity</a:t>
            </a:r>
          </a:p>
        </p:txBody>
      </p:sp>
      <p:sp>
        <p:nvSpPr>
          <p:cNvPr id="2" name="">
            <a:extLst xmlns:a="http://schemas.openxmlformats.org/drawingml/2006/main">
              <a:ext uri="{FF2B5EF4-FFF2-40B4-BE49-F238E27FC236}">
                <a16:creationId xmlns:a16="http://schemas.microsoft.com/office/drawing/2014/main" id="{75403C59-D3ED-433B-B5FD-3F72ACD2960A}"/>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45022246-EC34-4489-A5CA-42E141F5847F}"/>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7</a:t>
            </a:r>
          </a:p>
        </p:txBody>
      </p:sp>
      <p:sp>
        <p:nvSpPr>
          <p:cNvPr id="4" name="">
            <a:extLst xmlns:a="http://schemas.openxmlformats.org/drawingml/2006/main">
              <a:ext uri="{FF2B5EF4-FFF2-40B4-BE49-F238E27FC236}">
                <a16:creationId xmlns:a16="http://schemas.microsoft.com/office/drawing/2014/main" id="{7A8D6000-D585-4A1A-B1AF-0AD32C2E9D2A}"/>
              </a:ext>
            </a:extLst>
          </p:cNvPr>
          <p:cNvSpPr>
            <a:spLocks xmlns:a="http://schemas.openxmlformats.org/drawingml/2006/main" noGrp="1"/>
          </p:cNvSpPr>
          <p:nvPr/>
        </p:nvSpPr>
        <p:spPr>
          <a:xfrm xmlns:a="http://schemas.openxmlformats.org/drawingml/2006/main">
            <a:off x="666750" y="166687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buNone/>
              <a:defRPr sz="2175" b="0">
                <a:solidFill>
                  <a:srgbClr val="152B25"/>
                </a:solidFill>
                <a:latin typeface="Arial"/>
                <a:ea typeface="Arial"/>
                <a:cs typeface="Arial"/>
              </a:defRPr>
            </a:lvl1pPr>
            <a:lvl2pPr>
              <a:buNone/>
              <a:defRPr sz="2175" b="0">
                <a:solidFill>
                  <a:srgbClr val="152B25"/>
                </a:solidFill>
                <a:latin typeface="Arial"/>
                <a:ea typeface="Arial"/>
                <a:cs typeface="Arial"/>
              </a:defRPr>
            </a:lvl2pPr>
            <a:lvl3pPr>
              <a:buNone/>
              <a:defRPr sz="2175" b="0">
                <a:solidFill>
                  <a:srgbClr val="152B25"/>
                </a:solidFill>
                <a:latin typeface="Arial"/>
                <a:ea typeface="Arial"/>
                <a:cs typeface="Arial"/>
              </a:defRPr>
            </a:lvl3pPr>
            <a:lvl4pPr>
              <a:buNone/>
              <a:defRPr sz="2175" b="0">
                <a:solidFill>
                  <a:srgbClr val="152B25"/>
                </a:solidFill>
                <a:latin typeface="Arial"/>
                <a:ea typeface="Arial"/>
                <a:cs typeface="Arial"/>
              </a:defRPr>
            </a:lvl4pPr>
            <a:lvl5pPr>
              <a:buNone/>
              <a:defRPr sz="2175" b="0">
                <a:solidFill>
                  <a:srgbClr val="152B25"/>
                </a:solidFill>
                <a:latin typeface="Arial"/>
                <a:ea typeface="Arial"/>
                <a:cs typeface="Arial"/>
              </a:defRPr>
            </a:lvl5pPr>
            <a:lvl6pPr>
              <a:buNone/>
              <a:defRPr sz="2175" b="0">
                <a:solidFill>
                  <a:srgbClr val="152B25"/>
                </a:solidFill>
                <a:latin typeface="Arial"/>
                <a:ea typeface="Arial"/>
                <a:cs typeface="Arial"/>
              </a:defRPr>
            </a:lvl6pPr>
            <a:lvl7pPr>
              <a:buNone/>
              <a:defRPr sz="2175" b="0">
                <a:solidFill>
                  <a:srgbClr val="152B25"/>
                </a:solidFill>
                <a:latin typeface="Arial"/>
                <a:ea typeface="Arial"/>
                <a:cs typeface="Arial"/>
              </a:defRPr>
            </a:lvl7pPr>
            <a:lvl8pPr>
              <a:buNone/>
              <a:defRPr sz="2175" b="0">
                <a:solidFill>
                  <a:srgbClr val="152B25"/>
                </a:solidFill>
                <a:latin typeface="Arial"/>
                <a:ea typeface="Arial"/>
                <a:cs typeface="Arial"/>
              </a:defRPr>
            </a:lvl8pPr>
            <a:lvl9pPr>
              <a:buNone/>
              <a:defRPr sz="2175" b="0">
                <a:solidFill>
                  <a:srgbClr val="152B25"/>
                </a:solidFill>
                <a:latin typeface="Arial"/>
                <a:ea typeface="Arial"/>
                <a:cs typeface="Arial"/>
              </a:defRPr>
            </a:lvl9pPr>
          </a:lstStyle>
          <a:p xmlns:a="http://schemas.openxmlformats.org/drawingml/2006/main">
            <a:pPr>
              <a:buNone/>
              <a:defRPr sz="2175" b="0">
                <a:solidFill>
                  <a:srgbClr val="152B25"/>
                </a:solidFill>
                <a:latin typeface="Arial"/>
                <a:ea typeface="Arial"/>
                <a:cs typeface="Arial"/>
              </a:defRPr>
            </a:pPr>
            <a:r>
              <a:rPr sz="2175" b="0">
                <a:solidFill>
                  <a:srgbClr val="152B25"/>
                </a:solidFill>
                <a:latin typeface="Arial"/>
                <a:ea typeface="Arial"/>
                <a:cs typeface="Arial"/>
              </a:rPr>
              <a:t>Start a plan, enter the actual amount, then explicitly save.</a:t>
            </a:r>
          </a:p>
        </p:txBody>
      </p:sp>
      <p:sp>
        <p:nvSpPr>
          <p:cNvPr id="5" name="">
            <a:extLst xmlns:a="http://schemas.openxmlformats.org/drawingml/2006/main">
              <a:ext uri="{FF2B5EF4-FFF2-40B4-BE49-F238E27FC236}">
                <a16:creationId xmlns:a16="http://schemas.microsoft.com/office/drawing/2014/main" id="{D2A0D433-93E9-4973-A8C2-249C11758475}"/>
              </a:ext>
            </a:extLst>
          </p:cNvPr>
          <p:cNvSpPr>
            <a:spLocks xmlns:a="http://schemas.openxmlformats.org/drawingml/2006/main" noGrp="1"/>
          </p:cNvSpPr>
          <p:nvPr/>
        </p:nvSpPr>
        <p:spPr>
          <a:xfrm xmlns:a="http://schemas.openxmlformats.org/drawingml/2006/main">
            <a:off x="666750" y="25527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buNone/>
              <a:defRPr sz="2175" b="0">
                <a:solidFill>
                  <a:srgbClr val="152B25"/>
                </a:solidFill>
                <a:latin typeface="Arial"/>
                <a:ea typeface="Arial"/>
                <a:cs typeface="Arial"/>
              </a:defRPr>
            </a:lvl1pPr>
            <a:lvl2pPr>
              <a:buNone/>
              <a:defRPr sz="2175" b="0">
                <a:solidFill>
                  <a:srgbClr val="152B25"/>
                </a:solidFill>
                <a:latin typeface="Arial"/>
                <a:ea typeface="Arial"/>
                <a:cs typeface="Arial"/>
              </a:defRPr>
            </a:lvl2pPr>
            <a:lvl3pPr>
              <a:buNone/>
              <a:defRPr sz="2175" b="0">
                <a:solidFill>
                  <a:srgbClr val="152B25"/>
                </a:solidFill>
                <a:latin typeface="Arial"/>
                <a:ea typeface="Arial"/>
                <a:cs typeface="Arial"/>
              </a:defRPr>
            </a:lvl3pPr>
            <a:lvl4pPr>
              <a:buNone/>
              <a:defRPr sz="2175" b="0">
                <a:solidFill>
                  <a:srgbClr val="152B25"/>
                </a:solidFill>
                <a:latin typeface="Arial"/>
                <a:ea typeface="Arial"/>
                <a:cs typeface="Arial"/>
              </a:defRPr>
            </a:lvl4pPr>
            <a:lvl5pPr>
              <a:buNone/>
              <a:defRPr sz="2175" b="0">
                <a:solidFill>
                  <a:srgbClr val="152B25"/>
                </a:solidFill>
                <a:latin typeface="Arial"/>
                <a:ea typeface="Arial"/>
                <a:cs typeface="Arial"/>
              </a:defRPr>
            </a:lvl5pPr>
            <a:lvl6pPr>
              <a:buNone/>
              <a:defRPr sz="2175" b="0">
                <a:solidFill>
                  <a:srgbClr val="152B25"/>
                </a:solidFill>
                <a:latin typeface="Arial"/>
                <a:ea typeface="Arial"/>
                <a:cs typeface="Arial"/>
              </a:defRPr>
            </a:lvl6pPr>
            <a:lvl7pPr>
              <a:buNone/>
              <a:defRPr sz="2175" b="0">
                <a:solidFill>
                  <a:srgbClr val="152B25"/>
                </a:solidFill>
                <a:latin typeface="Arial"/>
                <a:ea typeface="Arial"/>
                <a:cs typeface="Arial"/>
              </a:defRPr>
            </a:lvl7pPr>
            <a:lvl8pPr>
              <a:buNone/>
              <a:defRPr sz="2175" b="0">
                <a:solidFill>
                  <a:srgbClr val="152B25"/>
                </a:solidFill>
                <a:latin typeface="Arial"/>
                <a:ea typeface="Arial"/>
                <a:cs typeface="Arial"/>
              </a:defRPr>
            </a:lvl8pPr>
            <a:lvl9pPr>
              <a:buNone/>
              <a:defRPr sz="2175" b="0">
                <a:solidFill>
                  <a:srgbClr val="152B25"/>
                </a:solidFill>
                <a:latin typeface="Arial"/>
                <a:ea typeface="Arial"/>
                <a:cs typeface="Arial"/>
              </a:defRPr>
            </a:lvl9pPr>
          </a:lstStyle>
          <a:p xmlns:a="http://schemas.openxmlformats.org/drawingml/2006/main">
            <a:pPr>
              <a:buNone/>
              <a:defRPr sz="2175" b="0">
                <a:solidFill>
                  <a:srgbClr val="152B25"/>
                </a:solidFill>
                <a:latin typeface="Arial"/>
                <a:ea typeface="Arial"/>
                <a:cs typeface="Arial"/>
              </a:defRPr>
            </a:pPr>
            <a:r>
              <a:rPr sz="2175" b="0">
                <a:solidFill>
                  <a:srgbClr val="152B25"/>
                </a:solidFill>
                <a:latin typeface="Arial"/>
                <a:ea typeface="Arial"/>
                <a:cs typeface="Arial"/>
              </a:rPr>
              <a:t>Repeated saves of one draft reuse its unique token.</a:t>
            </a:r>
          </a:p>
        </p:txBody>
      </p:sp>
      <p:sp>
        <p:nvSpPr>
          <p:cNvPr id="6" name="">
            <a:extLst xmlns:a="http://schemas.openxmlformats.org/drawingml/2006/main">
              <a:ext uri="{FF2B5EF4-FFF2-40B4-BE49-F238E27FC236}">
                <a16:creationId xmlns:a16="http://schemas.microsoft.com/office/drawing/2014/main" id="{4E389FF6-04E7-49D8-9812-34A08B5AEE31}"/>
              </a:ext>
            </a:extLst>
          </p:cNvPr>
          <p:cNvSpPr>
            <a:spLocks xmlns:a="http://schemas.openxmlformats.org/drawingml/2006/main" noGrp="1"/>
          </p:cNvSpPr>
          <p:nvPr/>
        </p:nvSpPr>
        <p:spPr>
          <a:xfrm xmlns:a="http://schemas.openxmlformats.org/drawingml/2006/main">
            <a:off x="666750" y="343852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buNone/>
              <a:defRPr sz="2175" b="0">
                <a:solidFill>
                  <a:srgbClr val="152B25"/>
                </a:solidFill>
                <a:latin typeface="Arial"/>
                <a:ea typeface="Arial"/>
                <a:cs typeface="Arial"/>
              </a:defRPr>
            </a:lvl1pPr>
            <a:lvl2pPr>
              <a:buNone/>
              <a:defRPr sz="2175" b="0">
                <a:solidFill>
                  <a:srgbClr val="152B25"/>
                </a:solidFill>
                <a:latin typeface="Arial"/>
                <a:ea typeface="Arial"/>
                <a:cs typeface="Arial"/>
              </a:defRPr>
            </a:lvl2pPr>
            <a:lvl3pPr>
              <a:buNone/>
              <a:defRPr sz="2175" b="0">
                <a:solidFill>
                  <a:srgbClr val="152B25"/>
                </a:solidFill>
                <a:latin typeface="Arial"/>
                <a:ea typeface="Arial"/>
                <a:cs typeface="Arial"/>
              </a:defRPr>
            </a:lvl3pPr>
            <a:lvl4pPr>
              <a:buNone/>
              <a:defRPr sz="2175" b="0">
                <a:solidFill>
                  <a:srgbClr val="152B25"/>
                </a:solidFill>
                <a:latin typeface="Arial"/>
                <a:ea typeface="Arial"/>
                <a:cs typeface="Arial"/>
              </a:defRPr>
            </a:lvl4pPr>
            <a:lvl5pPr>
              <a:buNone/>
              <a:defRPr sz="2175" b="0">
                <a:solidFill>
                  <a:srgbClr val="152B25"/>
                </a:solidFill>
                <a:latin typeface="Arial"/>
                <a:ea typeface="Arial"/>
                <a:cs typeface="Arial"/>
              </a:defRPr>
            </a:lvl5pPr>
            <a:lvl6pPr>
              <a:buNone/>
              <a:defRPr sz="2175" b="0">
                <a:solidFill>
                  <a:srgbClr val="152B25"/>
                </a:solidFill>
                <a:latin typeface="Arial"/>
                <a:ea typeface="Arial"/>
                <a:cs typeface="Arial"/>
              </a:defRPr>
            </a:lvl6pPr>
            <a:lvl7pPr>
              <a:buNone/>
              <a:defRPr sz="2175" b="0">
                <a:solidFill>
                  <a:srgbClr val="152B25"/>
                </a:solidFill>
                <a:latin typeface="Arial"/>
                <a:ea typeface="Arial"/>
                <a:cs typeface="Arial"/>
              </a:defRPr>
            </a:lvl7pPr>
            <a:lvl8pPr>
              <a:buNone/>
              <a:defRPr sz="2175" b="0">
                <a:solidFill>
                  <a:srgbClr val="152B25"/>
                </a:solidFill>
                <a:latin typeface="Arial"/>
                <a:ea typeface="Arial"/>
                <a:cs typeface="Arial"/>
              </a:defRPr>
            </a:lvl8pPr>
            <a:lvl9pPr>
              <a:buNone/>
              <a:defRPr sz="2175" b="0">
                <a:solidFill>
                  <a:srgbClr val="152B25"/>
                </a:solidFill>
                <a:latin typeface="Arial"/>
                <a:ea typeface="Arial"/>
                <a:cs typeface="Arial"/>
              </a:defRPr>
            </a:lvl9pPr>
          </a:lstStyle>
          <a:p xmlns:a="http://schemas.openxmlformats.org/drawingml/2006/main">
            <a:pPr>
              <a:buNone/>
              <a:defRPr sz="2175" b="0">
                <a:solidFill>
                  <a:srgbClr val="152B25"/>
                </a:solidFill>
                <a:latin typeface="Arial"/>
                <a:ea typeface="Arial"/>
                <a:cs typeface="Arial"/>
              </a:defRPr>
            </a:pPr>
            <a:r>
              <a:rPr sz="2175" b="0">
                <a:solidFill>
                  <a:srgbClr val="152B25"/>
                </a:solidFill>
                <a:latin typeface="Arial"/>
                <a:ea typeface="Arial"/>
                <a:cs typeface="Arial"/>
              </a:rPr>
              <a:t>Receipt corrections refresh totals and Lunch Lens.</a:t>
            </a:r>
          </a:p>
        </p:txBody>
      </p:sp>
      <p:sp>
        <p:nvSpPr>
          <p:cNvPr id="7" name="">
            <a:extLst xmlns:a="http://schemas.openxmlformats.org/drawingml/2006/main">
              <a:ext uri="{FF2B5EF4-FFF2-40B4-BE49-F238E27FC236}">
                <a16:creationId xmlns:a16="http://schemas.microsoft.com/office/drawing/2014/main" id="{CC7637F1-2ACE-46EE-BFD4-943A5233B555}"/>
              </a:ext>
            </a:extLst>
          </p:cNvPr>
          <p:cNvSpPr>
            <a:spLocks xmlns:a="http://schemas.openxmlformats.org/drawingml/2006/main" noGrp="1"/>
          </p:cNvSpPr>
          <p:nvPr/>
        </p:nvSpPr>
        <p:spPr>
          <a:xfrm xmlns:a="http://schemas.openxmlformats.org/drawingml/2006/main">
            <a:off x="666750" y="43243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buNone/>
              <a:defRPr sz="2175" b="0">
                <a:solidFill>
                  <a:srgbClr val="152B25"/>
                </a:solidFill>
                <a:latin typeface="Arial"/>
                <a:ea typeface="Arial"/>
                <a:cs typeface="Arial"/>
              </a:defRPr>
            </a:lvl1pPr>
            <a:lvl2pPr>
              <a:buNone/>
              <a:defRPr sz="2175" b="0">
                <a:solidFill>
                  <a:srgbClr val="152B25"/>
                </a:solidFill>
                <a:latin typeface="Arial"/>
                <a:ea typeface="Arial"/>
                <a:cs typeface="Arial"/>
              </a:defRPr>
            </a:lvl2pPr>
            <a:lvl3pPr>
              <a:buNone/>
              <a:defRPr sz="2175" b="0">
                <a:solidFill>
                  <a:srgbClr val="152B25"/>
                </a:solidFill>
                <a:latin typeface="Arial"/>
                <a:ea typeface="Arial"/>
                <a:cs typeface="Arial"/>
              </a:defRPr>
            </a:lvl3pPr>
            <a:lvl4pPr>
              <a:buNone/>
              <a:defRPr sz="2175" b="0">
                <a:solidFill>
                  <a:srgbClr val="152B25"/>
                </a:solidFill>
                <a:latin typeface="Arial"/>
                <a:ea typeface="Arial"/>
                <a:cs typeface="Arial"/>
              </a:defRPr>
            </a:lvl4pPr>
            <a:lvl5pPr>
              <a:buNone/>
              <a:defRPr sz="2175" b="0">
                <a:solidFill>
                  <a:srgbClr val="152B25"/>
                </a:solidFill>
                <a:latin typeface="Arial"/>
                <a:ea typeface="Arial"/>
                <a:cs typeface="Arial"/>
              </a:defRPr>
            </a:lvl5pPr>
            <a:lvl6pPr>
              <a:buNone/>
              <a:defRPr sz="2175" b="0">
                <a:solidFill>
                  <a:srgbClr val="152B25"/>
                </a:solidFill>
                <a:latin typeface="Arial"/>
                <a:ea typeface="Arial"/>
                <a:cs typeface="Arial"/>
              </a:defRPr>
            </a:lvl6pPr>
            <a:lvl7pPr>
              <a:buNone/>
              <a:defRPr sz="2175" b="0">
                <a:solidFill>
                  <a:srgbClr val="152B25"/>
                </a:solidFill>
                <a:latin typeface="Arial"/>
                <a:ea typeface="Arial"/>
                <a:cs typeface="Arial"/>
              </a:defRPr>
            </a:lvl7pPr>
            <a:lvl8pPr>
              <a:buNone/>
              <a:defRPr sz="2175" b="0">
                <a:solidFill>
                  <a:srgbClr val="152B25"/>
                </a:solidFill>
                <a:latin typeface="Arial"/>
                <a:ea typeface="Arial"/>
                <a:cs typeface="Arial"/>
              </a:defRPr>
            </a:lvl8pPr>
            <a:lvl9pPr>
              <a:buNone/>
              <a:defRPr sz="2175" b="0">
                <a:solidFill>
                  <a:srgbClr val="152B25"/>
                </a:solidFill>
                <a:latin typeface="Arial"/>
                <a:ea typeface="Arial"/>
                <a:cs typeface="Arial"/>
              </a:defRPr>
            </a:lvl9pPr>
          </a:lstStyle>
          <a:p xmlns:a="http://schemas.openxmlformats.org/drawingml/2006/main">
            <a:pPr>
              <a:buNone/>
              <a:defRPr sz="2175" b="0">
                <a:solidFill>
                  <a:srgbClr val="152B25"/>
                </a:solidFill>
                <a:latin typeface="Arial"/>
                <a:ea typeface="Arial"/>
                <a:cs typeface="Arial"/>
              </a:defRPr>
            </a:pPr>
            <a:r>
              <a:rPr sz="2175" b="0">
                <a:solidFill>
                  <a:srgbClr val="152B25"/>
                </a:solidFill>
                <a:latin typeface="Arial"/>
                <a:ea typeface="Arial"/>
                <a:cs typeface="Arial"/>
              </a:rPr>
              <a:t>Reset discards the unsaved draft and retains history.</a:t>
            </a:r>
          </a:p>
        </p:txBody>
      </p:sp>
    </p:spTree>
    <p:extLst>
      <p:ext uri="{BB962C8B-B14F-4D97-AF65-F5344CB8AC3E}">
        <p14:creationId xmlns:p14="http://schemas.microsoft.com/office/powerpoint/2010/main" val="1787517746"/>
      </p:ext>
    </p:extLst>
  </p:cSld>
  <p:transition spd="med">
    <p:fade/>
  </p:transition>
</p:sld>
</file>

<file path=ppt/slides/slide8.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3004144-4AC3-4581-966B-262BE0AC7814}"/>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Duplicate-save code trace</a:t>
            </a:r>
          </a:p>
        </p:txBody>
      </p:sp>
      <p:sp>
        <p:nvSpPr>
          <p:cNvPr id="2" name="">
            <a:extLst xmlns:a="http://schemas.openxmlformats.org/drawingml/2006/main">
              <a:ext uri="{FF2B5EF4-FFF2-40B4-BE49-F238E27FC236}">
                <a16:creationId xmlns:a16="http://schemas.microsoft.com/office/drawing/2014/main" id="{49FE0A80-33A0-4791-A77C-A09F62FBD670}"/>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1659A480-C892-4B2E-9F2A-A1CE1932F02F}"/>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8</a:t>
            </a:r>
          </a:p>
        </p:txBody>
      </p:sp>
      <p:sp>
        <p:nvSpPr>
          <p:cNvPr id="4" name="">
            <a:extLst xmlns:a="http://schemas.openxmlformats.org/drawingml/2006/main">
              <a:ext uri="{FF2B5EF4-FFF2-40B4-BE49-F238E27FC236}">
                <a16:creationId xmlns:a16="http://schemas.microsoft.com/office/drawing/2014/main" id="{38217A76-7EC8-42FA-B610-60166A9B9E94}"/>
              </a:ext>
            </a:extLst>
          </p:cNvPr>
          <p:cNvSpPr>
            <a:spLocks xmlns:a="http://schemas.openxmlformats.org/drawingml/2006/main" noGrp="1"/>
          </p:cNvSpPr>
          <p:nvPr/>
        </p:nvSpPr>
        <p:spPr>
          <a:xfrm xmlns:a="http://schemas.openxmlformats.org/drawingml/2006/main">
            <a:off x="714375" y="1666875"/>
            <a:ext cx="10763250"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return db.transaction((txn) async {</a:t>
            </a:r>
          </a:p>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  final existing = await txn.query(</a:t>
            </a:r>
          </a:p>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    'purchase_logs',</a:t>
            </a:r>
          </a:p>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    where: 'saveToken = ?',</a:t>
            </a:r>
          </a:p>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    whereArgs: [log.saveToken],</a:t>
            </a:r>
          </a:p>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  );</a:t>
            </a:r>
          </a:p>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  if (existing.isNotEmpty) return existing.first['id'] as int;</a:t>
            </a:r>
          </a:p>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  return txn.insert('purchase_logs', log.toMap()..remove('id'));</a:t>
            </a:r>
          </a:p>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a:t>
            </a:r>
          </a:p>
        </p:txBody>
      </p:sp>
    </p:spTree>
    <p:extLst>
      <p:ext uri="{BB962C8B-B14F-4D97-AF65-F5344CB8AC3E}">
        <p14:creationId xmlns:p14="http://schemas.microsoft.com/office/powerpoint/2010/main" val="2104175741"/>
      </p:ext>
    </p:extLst>
  </p:cSld>
  <p:transition spd="med">
    <p:fade/>
  </p:transition>
</p:sld>
</file>

<file path=ppt/slides/slide9.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21D358A-3172-4099-B7C2-0ED67C212627}"/>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Lunch Lens local smart helper</a:t>
            </a:r>
          </a:p>
        </p:txBody>
      </p:sp>
      <p:sp>
        <p:nvSpPr>
          <p:cNvPr id="2" name="">
            <a:extLst xmlns:a="http://schemas.openxmlformats.org/drawingml/2006/main">
              <a:ext uri="{FF2B5EF4-FFF2-40B4-BE49-F238E27FC236}">
                <a16:creationId xmlns:a16="http://schemas.microsoft.com/office/drawing/2014/main" id="{5748BAE8-DBC4-4707-98A3-2E793E075F33}"/>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F77A6C2F-C7EE-4F8D-97EA-54548D7A7F7E}"/>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9</a:t>
            </a:r>
          </a:p>
        </p:txBody>
      </p:sp>
      <p:sp>
        <p:nvSpPr>
          <p:cNvPr id="4" name="">
            <a:extLst xmlns:a="http://schemas.openxmlformats.org/drawingml/2006/main">
              <a:ext uri="{FF2B5EF4-FFF2-40B4-BE49-F238E27FC236}">
                <a16:creationId xmlns:a16="http://schemas.microsoft.com/office/drawing/2014/main" id="{57A019C3-2E07-4E25-A079-336775FED963}"/>
              </a:ext>
            </a:extLst>
          </p:cNvPr>
          <p:cNvSpPr>
            <a:spLocks xmlns:a="http://schemas.openxmlformats.org/drawingml/2006/main" noGrp="1"/>
          </p:cNvSpPr>
          <p:nvPr/>
        </p:nvSpPr>
        <p:spPr>
          <a:xfrm xmlns:a="http://schemas.openxmlformats.org/drawingml/2006/main">
            <a:off x="666750" y="166687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buNone/>
              <a:defRPr sz="2175" b="0">
                <a:solidFill>
                  <a:srgbClr val="152B25"/>
                </a:solidFill>
                <a:latin typeface="Arial"/>
                <a:ea typeface="Arial"/>
                <a:cs typeface="Arial"/>
              </a:defRPr>
            </a:lvl1pPr>
            <a:lvl2pPr>
              <a:buNone/>
              <a:defRPr sz="2175" b="0">
                <a:solidFill>
                  <a:srgbClr val="152B25"/>
                </a:solidFill>
                <a:latin typeface="Arial"/>
                <a:ea typeface="Arial"/>
                <a:cs typeface="Arial"/>
              </a:defRPr>
            </a:lvl2pPr>
            <a:lvl3pPr>
              <a:buNone/>
              <a:defRPr sz="2175" b="0">
                <a:solidFill>
                  <a:srgbClr val="152B25"/>
                </a:solidFill>
                <a:latin typeface="Arial"/>
                <a:ea typeface="Arial"/>
                <a:cs typeface="Arial"/>
              </a:defRPr>
            </a:lvl3pPr>
            <a:lvl4pPr>
              <a:buNone/>
              <a:defRPr sz="2175" b="0">
                <a:solidFill>
                  <a:srgbClr val="152B25"/>
                </a:solidFill>
                <a:latin typeface="Arial"/>
                <a:ea typeface="Arial"/>
                <a:cs typeface="Arial"/>
              </a:defRPr>
            </a:lvl4pPr>
            <a:lvl5pPr>
              <a:buNone/>
              <a:defRPr sz="2175" b="0">
                <a:solidFill>
                  <a:srgbClr val="152B25"/>
                </a:solidFill>
                <a:latin typeface="Arial"/>
                <a:ea typeface="Arial"/>
                <a:cs typeface="Arial"/>
              </a:defRPr>
            </a:lvl5pPr>
            <a:lvl6pPr>
              <a:buNone/>
              <a:defRPr sz="2175" b="0">
                <a:solidFill>
                  <a:srgbClr val="152B25"/>
                </a:solidFill>
                <a:latin typeface="Arial"/>
                <a:ea typeface="Arial"/>
                <a:cs typeface="Arial"/>
              </a:defRPr>
            </a:lvl6pPr>
            <a:lvl7pPr>
              <a:buNone/>
              <a:defRPr sz="2175" b="0">
                <a:solidFill>
                  <a:srgbClr val="152B25"/>
                </a:solidFill>
                <a:latin typeface="Arial"/>
                <a:ea typeface="Arial"/>
                <a:cs typeface="Arial"/>
              </a:defRPr>
            </a:lvl7pPr>
            <a:lvl8pPr>
              <a:buNone/>
              <a:defRPr sz="2175" b="0">
                <a:solidFill>
                  <a:srgbClr val="152B25"/>
                </a:solidFill>
                <a:latin typeface="Arial"/>
                <a:ea typeface="Arial"/>
                <a:cs typeface="Arial"/>
              </a:defRPr>
            </a:lvl8pPr>
            <a:lvl9pPr>
              <a:buNone/>
              <a:defRPr sz="2175" b="0">
                <a:solidFill>
                  <a:srgbClr val="152B25"/>
                </a:solidFill>
                <a:latin typeface="Arial"/>
                <a:ea typeface="Arial"/>
                <a:cs typeface="Arial"/>
              </a:defRPr>
            </a:lvl9pPr>
          </a:lstStyle>
          <a:p xmlns:a="http://schemas.openxmlformats.org/drawingml/2006/main">
            <a:pPr>
              <a:buNone/>
              <a:defRPr sz="2175" b="0">
                <a:solidFill>
                  <a:srgbClr val="152B25"/>
                </a:solidFill>
                <a:latin typeface="Arial"/>
                <a:ea typeface="Arial"/>
                <a:cs typeface="Arial"/>
              </a:defRPr>
            </a:pPr>
            <a:r>
              <a:rPr sz="2175" b="0">
                <a:solidFill>
                  <a:srgbClr val="152B25"/>
                </a:solidFill>
                <a:latin typeface="Arial"/>
                <a:ea typeface="Arial"/>
                <a:cs typeface="Arial"/>
              </a:rPr>
              <a:t>Inputs: three earlier purchases of the selected meal.</a:t>
            </a:r>
          </a:p>
        </p:txBody>
      </p:sp>
      <p:sp>
        <p:nvSpPr>
          <p:cNvPr id="5" name="">
            <a:extLst xmlns:a="http://schemas.openxmlformats.org/drawingml/2006/main">
              <a:ext uri="{FF2B5EF4-FFF2-40B4-BE49-F238E27FC236}">
                <a16:creationId xmlns:a16="http://schemas.microsoft.com/office/drawing/2014/main" id="{B3FBE5F4-BBA9-4544-8159-6B1420AA1470}"/>
              </a:ext>
            </a:extLst>
          </p:cNvPr>
          <p:cNvSpPr>
            <a:spLocks xmlns:a="http://schemas.openxmlformats.org/drawingml/2006/main" noGrp="1"/>
          </p:cNvSpPr>
          <p:nvPr/>
        </p:nvSpPr>
        <p:spPr>
          <a:xfrm xmlns:a="http://schemas.openxmlformats.org/drawingml/2006/main">
            <a:off x="666750" y="25527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buNone/>
              <a:defRPr sz="2175" b="0">
                <a:solidFill>
                  <a:srgbClr val="152B25"/>
                </a:solidFill>
                <a:latin typeface="Arial"/>
                <a:ea typeface="Arial"/>
                <a:cs typeface="Arial"/>
              </a:defRPr>
            </a:lvl1pPr>
            <a:lvl2pPr>
              <a:buNone/>
              <a:defRPr sz="2175" b="0">
                <a:solidFill>
                  <a:srgbClr val="152B25"/>
                </a:solidFill>
                <a:latin typeface="Arial"/>
                <a:ea typeface="Arial"/>
                <a:cs typeface="Arial"/>
              </a:defRPr>
            </a:lvl2pPr>
            <a:lvl3pPr>
              <a:buNone/>
              <a:defRPr sz="2175" b="0">
                <a:solidFill>
                  <a:srgbClr val="152B25"/>
                </a:solidFill>
                <a:latin typeface="Arial"/>
                <a:ea typeface="Arial"/>
                <a:cs typeface="Arial"/>
              </a:defRPr>
            </a:lvl3pPr>
            <a:lvl4pPr>
              <a:buNone/>
              <a:defRPr sz="2175" b="0">
                <a:solidFill>
                  <a:srgbClr val="152B25"/>
                </a:solidFill>
                <a:latin typeface="Arial"/>
                <a:ea typeface="Arial"/>
                <a:cs typeface="Arial"/>
              </a:defRPr>
            </a:lvl4pPr>
            <a:lvl5pPr>
              <a:buNone/>
              <a:defRPr sz="2175" b="0">
                <a:solidFill>
                  <a:srgbClr val="152B25"/>
                </a:solidFill>
                <a:latin typeface="Arial"/>
                <a:ea typeface="Arial"/>
                <a:cs typeface="Arial"/>
              </a:defRPr>
            </a:lvl5pPr>
            <a:lvl6pPr>
              <a:buNone/>
              <a:defRPr sz="2175" b="0">
                <a:solidFill>
                  <a:srgbClr val="152B25"/>
                </a:solidFill>
                <a:latin typeface="Arial"/>
                <a:ea typeface="Arial"/>
                <a:cs typeface="Arial"/>
              </a:defRPr>
            </a:lvl6pPr>
            <a:lvl7pPr>
              <a:buNone/>
              <a:defRPr sz="2175" b="0">
                <a:solidFill>
                  <a:srgbClr val="152B25"/>
                </a:solidFill>
                <a:latin typeface="Arial"/>
                <a:ea typeface="Arial"/>
                <a:cs typeface="Arial"/>
              </a:defRPr>
            </a:lvl7pPr>
            <a:lvl8pPr>
              <a:buNone/>
              <a:defRPr sz="2175" b="0">
                <a:solidFill>
                  <a:srgbClr val="152B25"/>
                </a:solidFill>
                <a:latin typeface="Arial"/>
                <a:ea typeface="Arial"/>
                <a:cs typeface="Arial"/>
              </a:defRPr>
            </a:lvl8pPr>
            <a:lvl9pPr>
              <a:buNone/>
              <a:defRPr sz="2175" b="0">
                <a:solidFill>
                  <a:srgbClr val="152B25"/>
                </a:solidFill>
                <a:latin typeface="Arial"/>
                <a:ea typeface="Arial"/>
                <a:cs typeface="Arial"/>
              </a:defRPr>
            </a:lvl9pPr>
          </a:lstStyle>
          <a:p xmlns:a="http://schemas.openxmlformats.org/drawingml/2006/main">
            <a:pPr>
              <a:buNone/>
              <a:defRPr sz="2175" b="0">
                <a:solidFill>
                  <a:srgbClr val="152B25"/>
                </a:solidFill>
                <a:latin typeface="Arial"/>
                <a:ea typeface="Arial"/>
                <a:cs typeface="Arial"/>
              </a:defRPr>
            </a:pPr>
            <a:r>
              <a:rPr sz="2175" b="0">
                <a:solidFill>
                  <a:srgbClr val="152B25"/>
                </a:solidFill>
                <a:latin typeface="Arial"/>
                <a:ea typeface="Arial"/>
                <a:cs typeface="Arial"/>
              </a:rPr>
              <a:t>Suggestion: their mean, rounded to integer cents.</a:t>
            </a:r>
          </a:p>
        </p:txBody>
      </p:sp>
      <p:sp>
        <p:nvSpPr>
          <p:cNvPr id="6" name="">
            <a:extLst xmlns:a="http://schemas.openxmlformats.org/drawingml/2006/main">
              <a:ext uri="{FF2B5EF4-FFF2-40B4-BE49-F238E27FC236}">
                <a16:creationId xmlns:a16="http://schemas.microsoft.com/office/drawing/2014/main" id="{729DAB3F-D364-4F2C-8C6C-C04FDD055E55}"/>
              </a:ext>
            </a:extLst>
          </p:cNvPr>
          <p:cNvSpPr>
            <a:spLocks xmlns:a="http://schemas.openxmlformats.org/drawingml/2006/main" noGrp="1"/>
          </p:cNvSpPr>
          <p:nvPr/>
        </p:nvSpPr>
        <p:spPr>
          <a:xfrm xmlns:a="http://schemas.openxmlformats.org/drawingml/2006/main">
            <a:off x="666750" y="343852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buNone/>
              <a:defRPr sz="2175" b="0">
                <a:solidFill>
                  <a:srgbClr val="152B25"/>
                </a:solidFill>
                <a:latin typeface="Arial"/>
                <a:ea typeface="Arial"/>
                <a:cs typeface="Arial"/>
              </a:defRPr>
            </a:lvl1pPr>
            <a:lvl2pPr>
              <a:buNone/>
              <a:defRPr sz="2175" b="0">
                <a:solidFill>
                  <a:srgbClr val="152B25"/>
                </a:solidFill>
                <a:latin typeface="Arial"/>
                <a:ea typeface="Arial"/>
                <a:cs typeface="Arial"/>
              </a:defRPr>
            </a:lvl2pPr>
            <a:lvl3pPr>
              <a:buNone/>
              <a:defRPr sz="2175" b="0">
                <a:solidFill>
                  <a:srgbClr val="152B25"/>
                </a:solidFill>
                <a:latin typeface="Arial"/>
                <a:ea typeface="Arial"/>
                <a:cs typeface="Arial"/>
              </a:defRPr>
            </a:lvl3pPr>
            <a:lvl4pPr>
              <a:buNone/>
              <a:defRPr sz="2175" b="0">
                <a:solidFill>
                  <a:srgbClr val="152B25"/>
                </a:solidFill>
                <a:latin typeface="Arial"/>
                <a:ea typeface="Arial"/>
                <a:cs typeface="Arial"/>
              </a:defRPr>
            </a:lvl4pPr>
            <a:lvl5pPr>
              <a:buNone/>
              <a:defRPr sz="2175" b="0">
                <a:solidFill>
                  <a:srgbClr val="152B25"/>
                </a:solidFill>
                <a:latin typeface="Arial"/>
                <a:ea typeface="Arial"/>
                <a:cs typeface="Arial"/>
              </a:defRPr>
            </a:lvl5pPr>
            <a:lvl6pPr>
              <a:buNone/>
              <a:defRPr sz="2175" b="0">
                <a:solidFill>
                  <a:srgbClr val="152B25"/>
                </a:solidFill>
                <a:latin typeface="Arial"/>
                <a:ea typeface="Arial"/>
                <a:cs typeface="Arial"/>
              </a:defRPr>
            </a:lvl6pPr>
            <a:lvl7pPr>
              <a:buNone/>
              <a:defRPr sz="2175" b="0">
                <a:solidFill>
                  <a:srgbClr val="152B25"/>
                </a:solidFill>
                <a:latin typeface="Arial"/>
                <a:ea typeface="Arial"/>
                <a:cs typeface="Arial"/>
              </a:defRPr>
            </a:lvl7pPr>
            <a:lvl8pPr>
              <a:buNone/>
              <a:defRPr sz="2175" b="0">
                <a:solidFill>
                  <a:srgbClr val="152B25"/>
                </a:solidFill>
                <a:latin typeface="Arial"/>
                <a:ea typeface="Arial"/>
                <a:cs typeface="Arial"/>
              </a:defRPr>
            </a:lvl8pPr>
            <a:lvl9pPr>
              <a:buNone/>
              <a:defRPr sz="2175" b="0">
                <a:solidFill>
                  <a:srgbClr val="152B25"/>
                </a:solidFill>
                <a:latin typeface="Arial"/>
                <a:ea typeface="Arial"/>
                <a:cs typeface="Arial"/>
              </a:defRPr>
            </a:lvl9pPr>
          </a:lstStyle>
          <a:p xmlns:a="http://schemas.openxmlformats.org/drawingml/2006/main">
            <a:pPr>
              <a:buNone/>
              <a:defRPr sz="2175" b="0">
                <a:solidFill>
                  <a:srgbClr val="152B25"/>
                </a:solidFill>
                <a:latin typeface="Arial"/>
                <a:ea typeface="Arial"/>
                <a:cs typeface="Arial"/>
              </a:defRPr>
            </a:pPr>
            <a:r>
              <a:rPr sz="2175" b="0">
                <a:solidFill>
                  <a:srgbClr val="152B25"/>
                </a:solidFill>
                <a:latin typeface="Arial"/>
                <a:ea typeface="Arial"/>
                <a:cs typeface="Arial"/>
              </a:rPr>
              <a:t>Explanation: amounts, date range and last-price baseline.</a:t>
            </a:r>
          </a:p>
        </p:txBody>
      </p:sp>
      <p:sp>
        <p:nvSpPr>
          <p:cNvPr id="7" name="">
            <a:extLst xmlns:a="http://schemas.openxmlformats.org/drawingml/2006/main">
              <a:ext uri="{FF2B5EF4-FFF2-40B4-BE49-F238E27FC236}">
                <a16:creationId xmlns:a16="http://schemas.microsoft.com/office/drawing/2014/main" id="{86E260A6-3210-4987-A871-6462ACBFB15E}"/>
              </a:ext>
            </a:extLst>
          </p:cNvPr>
          <p:cNvSpPr>
            <a:spLocks xmlns:a="http://schemas.openxmlformats.org/drawingml/2006/main" noGrp="1"/>
          </p:cNvSpPr>
          <p:nvPr/>
        </p:nvSpPr>
        <p:spPr>
          <a:xfrm xmlns:a="http://schemas.openxmlformats.org/drawingml/2006/main">
            <a:off x="666750" y="43243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buNone/>
              <a:defRPr sz="2175" b="0">
                <a:solidFill>
                  <a:srgbClr val="152B25"/>
                </a:solidFill>
                <a:latin typeface="Arial"/>
                <a:ea typeface="Arial"/>
                <a:cs typeface="Arial"/>
              </a:defRPr>
            </a:lvl1pPr>
            <a:lvl2pPr>
              <a:buNone/>
              <a:defRPr sz="2175" b="0">
                <a:solidFill>
                  <a:srgbClr val="152B25"/>
                </a:solidFill>
                <a:latin typeface="Arial"/>
                <a:ea typeface="Arial"/>
                <a:cs typeface="Arial"/>
              </a:defRPr>
            </a:lvl2pPr>
            <a:lvl3pPr>
              <a:buNone/>
              <a:defRPr sz="2175" b="0">
                <a:solidFill>
                  <a:srgbClr val="152B25"/>
                </a:solidFill>
                <a:latin typeface="Arial"/>
                <a:ea typeface="Arial"/>
                <a:cs typeface="Arial"/>
              </a:defRPr>
            </a:lvl3pPr>
            <a:lvl4pPr>
              <a:buNone/>
              <a:defRPr sz="2175" b="0">
                <a:solidFill>
                  <a:srgbClr val="152B25"/>
                </a:solidFill>
                <a:latin typeface="Arial"/>
                <a:ea typeface="Arial"/>
                <a:cs typeface="Arial"/>
              </a:defRPr>
            </a:lvl4pPr>
            <a:lvl5pPr>
              <a:buNone/>
              <a:defRPr sz="2175" b="0">
                <a:solidFill>
                  <a:srgbClr val="152B25"/>
                </a:solidFill>
                <a:latin typeface="Arial"/>
                <a:ea typeface="Arial"/>
                <a:cs typeface="Arial"/>
              </a:defRPr>
            </a:lvl5pPr>
            <a:lvl6pPr>
              <a:buNone/>
              <a:defRPr sz="2175" b="0">
                <a:solidFill>
                  <a:srgbClr val="152B25"/>
                </a:solidFill>
                <a:latin typeface="Arial"/>
                <a:ea typeface="Arial"/>
                <a:cs typeface="Arial"/>
              </a:defRPr>
            </a:lvl6pPr>
            <a:lvl7pPr>
              <a:buNone/>
              <a:defRPr sz="2175" b="0">
                <a:solidFill>
                  <a:srgbClr val="152B25"/>
                </a:solidFill>
                <a:latin typeface="Arial"/>
                <a:ea typeface="Arial"/>
                <a:cs typeface="Arial"/>
              </a:defRPr>
            </a:lvl7pPr>
            <a:lvl8pPr>
              <a:buNone/>
              <a:defRPr sz="2175" b="0">
                <a:solidFill>
                  <a:srgbClr val="152B25"/>
                </a:solidFill>
                <a:latin typeface="Arial"/>
                <a:ea typeface="Arial"/>
                <a:cs typeface="Arial"/>
              </a:defRPr>
            </a:lvl8pPr>
            <a:lvl9pPr>
              <a:buNone/>
              <a:defRPr sz="2175" b="0">
                <a:solidFill>
                  <a:srgbClr val="152B25"/>
                </a:solidFill>
                <a:latin typeface="Arial"/>
                <a:ea typeface="Arial"/>
                <a:cs typeface="Arial"/>
              </a:defRPr>
            </a:lvl9pPr>
          </a:lstStyle>
          <a:p xmlns:a="http://schemas.openxmlformats.org/drawingml/2006/main">
            <a:pPr>
              <a:buNone/>
              <a:defRPr sz="2175" b="0">
                <a:solidFill>
                  <a:srgbClr val="152B25"/>
                </a:solidFill>
                <a:latin typeface="Arial"/>
                <a:ea typeface="Arial"/>
                <a:cs typeface="Arial"/>
              </a:defRPr>
            </a:pPr>
            <a:r>
              <a:rPr sz="2175" b="0">
                <a:solidFill>
                  <a:srgbClr val="152B25"/>
                </a:solidFill>
                <a:latin typeface="Arial"/>
                <a:ea typeface="Arial"/>
                <a:cs typeface="Arial"/>
              </a:rPr>
              <a:t>User control: dismiss or enter a different actual amount.</a:t>
            </a:r>
          </a:p>
        </p:txBody>
      </p:sp>
    </p:spTree>
    <p:extLst>
      <p:ext uri="{BB962C8B-B14F-4D97-AF65-F5344CB8AC3E}">
        <p14:creationId xmlns:p14="http://schemas.microsoft.com/office/powerpoint/2010/main" val="1233965292"/>
      </p:ext>
    </p:extLst>
  </p:cSld>
  <p:transition spd="med">
    <p:fade/>
  </p:transition>
</p:sld>
</file>

<file path=ppt/slides/slide10.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F70AAF5-41EC-4419-8117-5726F4ACD900}"/>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Five evaluated case types</a:t>
            </a:r>
          </a:p>
        </p:txBody>
      </p:sp>
      <p:sp>
        <p:nvSpPr>
          <p:cNvPr id="2" name="">
            <a:extLst xmlns:a="http://schemas.openxmlformats.org/drawingml/2006/main">
              <a:ext uri="{FF2B5EF4-FFF2-40B4-BE49-F238E27FC236}">
                <a16:creationId xmlns:a16="http://schemas.microsoft.com/office/drawing/2014/main" id="{8D17CFDC-778D-426E-8B13-9173C813099D}"/>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1A52B7E6-4B2D-48CF-9B12-864A97E3DB92}"/>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10</a:t>
            </a:r>
          </a:p>
        </p:txBody>
      </p:sp>
      <p:graphicFrame>
        <p:nvGraphicFramePr>
          <p:cNvPr id="4" name="">
            <a:extLst xmlns:a="http://schemas.openxmlformats.org/drawingml/2006/main">
              <a:ext uri="{FF2B5EF4-FFF2-40B4-BE49-F238E27FC236}">
                <a16:creationId xmlns:a16="http://schemas.microsoft.com/office/drawing/2014/main" id="{70B2223E-C1ED-4304-9405-C89A7D93958D}"/>
              </a:ext>
            </a:extLst>
          </p:cNvPr>
          <p:cNvGraphicFramePr/>
          <p:nvPr/>
        </p:nvGraphicFramePr>
        <p:xfrm>
          <a:off xmlns:a="http://schemas.openxmlformats.org/drawingml/2006/main" x="666750" y="1666875"/>
          <a:ext xmlns:a="http://schemas.openxmlformats.org/drawingml/2006/main" cx="10858500" cy="3333750"/>
        </p:xfrm>
        <a:graphic xmlns:a="http://schemas.openxmlformats.org/drawingml/2006/main">
          <a:graphicData uri="http://schemas.openxmlformats.org/drawingml/2006/table">
            <a:tbl>
              <a:tblPr/>
              <a:tblGrid>
                <a:gridCol w="2333625"/>
                <a:gridCol w="3857625"/>
                <a:gridCol w="2333625"/>
                <a:gridCol w="2333625"/>
              </a:tblGrid>
              <a:tr h="555625">
                <a:tc>
                  <a:txBody>
                    <a:bodyPr/>
                    <a:lstStyle/>
                    <a:p>
                      <a:r>
                        <a:rPr sz="1800" b="1">
                          <a:solidFill>
                            <a:srgbClr val="152B25"/>
                          </a:solidFill>
                          <a:latin typeface="Arial"/>
                          <a:ea typeface="Arial"/>
                          <a:cs typeface="Arial"/>
                        </a:rPr>
                        <a:t>Case</a:t>
                      </a:r>
                    </a:p>
                  </a:txBody>
                  <a:tcPr marL="91440" marR="91440" marT="45720" marB="45720">
                    <a:lnL w="9525">
                      <a:solidFill>
                        <a:srgbClr val="A9BBB1"/>
                      </a:solidFill>
                      <a:prstDash val="solid"/>
                    </a:lnL>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Input cents</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Helper</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Baseline</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r>
              <a:tr h="555625">
                <a:tc>
                  <a:txBody>
                    <a:bodyPr/>
                    <a:lstStyle/>
                    <a:p>
                      <a:r>
                        <a:rPr sz="1800" b="0">
                          <a:solidFill>
                            <a:srgbClr val="152B25"/>
                          </a:solidFill>
                          <a:latin typeface="Arial"/>
                          <a:ea typeface="Arial"/>
                          <a:cs typeface="Arial"/>
                        </a:rPr>
                        <a:t>Normal</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450, 600, 750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600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750</a:t>
                      </a:r>
                    </a:p>
                  </a:txBody>
                  <a:tcPr marL="91440" marR="91440" marT="45720" marB="45720">
                    <a:lnR w="9525">
                      <a:solidFill>
                        <a:srgbClr val="A9BBB1"/>
                      </a:solidFill>
                      <a:prstDash val="solid"/>
                    </a:lnR>
                    <a:lnB w="9525">
                      <a:solidFill>
                        <a:srgbClr val="A9BBB1"/>
                      </a:solidFill>
                      <a:prstDash val="solid"/>
                    </a:lnB>
                    <a:solidFill>
                      <a:srgbClr val="FFFFFF"/>
                    </a:solidFill>
                  </a:tcPr>
                </a:tc>
              </a:tr>
              <a:tr h="555625">
                <a:tc>
                  <a:txBody>
                    <a:bodyPr/>
                    <a:lstStyle/>
                    <a:p>
                      <a:r>
                        <a:rPr sz="1800" b="0">
                          <a:solidFill>
                            <a:srgbClr val="152B25"/>
                          </a:solidFill>
                          <a:latin typeface="Arial"/>
                          <a:ea typeface="Arial"/>
                          <a:cs typeface="Arial"/>
                        </a:rPr>
                        <a:t>Insufficient</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450, 600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 estimate</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Not scored</a:t>
                      </a:r>
                    </a:p>
                  </a:txBody>
                  <a:tcPr marL="91440" marR="91440" marT="45720" marB="45720">
                    <a:lnR w="9525">
                      <a:solidFill>
                        <a:srgbClr val="A9BBB1"/>
                      </a:solidFill>
                      <a:prstDash val="solid"/>
                    </a:lnR>
                    <a:lnB w="9525">
                      <a:solidFill>
                        <a:srgbClr val="A9BBB1"/>
                      </a:solidFill>
                      <a:prstDash val="solid"/>
                    </a:lnB>
                    <a:solidFill>
                      <a:srgbClr val="FFFFFF"/>
                    </a:solidFill>
                  </a:tcPr>
                </a:tc>
              </a:tr>
              <a:tr h="555625">
                <a:tc>
                  <a:txBody>
                    <a:bodyPr/>
                    <a:lstStyle/>
                    <a:p>
                      <a:r>
                        <a:rPr sz="1800" b="0">
                          <a:solidFill>
                            <a:srgbClr val="152B25"/>
                          </a:solidFill>
                          <a:latin typeface="Arial"/>
                          <a:ea typeface="Arial"/>
                          <a:cs typeface="Arial"/>
                        </a:rPr>
                        <a:t>Invalid</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-1, 750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Correction</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Not scored</a:t>
                      </a:r>
                    </a:p>
                  </a:txBody>
                  <a:tcPr marL="91440" marR="91440" marT="45720" marB="45720">
                    <a:lnR w="9525">
                      <a:solidFill>
                        <a:srgbClr val="A9BBB1"/>
                      </a:solidFill>
                      <a:prstDash val="solid"/>
                    </a:lnR>
                    <a:lnB w="9525">
                      <a:solidFill>
                        <a:srgbClr val="A9BBB1"/>
                      </a:solidFill>
                      <a:prstDash val="solid"/>
                    </a:lnB>
                    <a:solidFill>
                      <a:srgbClr val="FFFFFF"/>
                    </a:solidFill>
                  </a:tcPr>
                </a:tc>
              </a:tr>
              <a:tr h="555625">
                <a:tc>
                  <a:txBody>
                    <a:bodyPr/>
                    <a:lstStyle/>
                    <a:p>
                      <a:r>
                        <a:rPr sz="1800" b="0">
                          <a:solidFill>
                            <a:srgbClr val="152B25"/>
                          </a:solidFill>
                          <a:latin typeface="Arial"/>
                          <a:ea typeface="Arial"/>
                          <a:cs typeface="Arial"/>
                        </a:rPr>
                        <a:t>Boundary</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100, 100, 101</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101</a:t>
                      </a:r>
                    </a:p>
                  </a:txBody>
                  <a:tcPr marL="91440" marR="91440" marT="45720" marB="45720">
                    <a:lnR w="9525">
                      <a:solidFill>
                        <a:srgbClr val="A9BBB1"/>
                      </a:solidFill>
                      <a:prstDash val="solid"/>
                    </a:lnR>
                    <a:lnB w="9525">
                      <a:solidFill>
                        <a:srgbClr val="A9BBB1"/>
                      </a:solidFill>
                      <a:prstDash val="solid"/>
                    </a:lnB>
                    <a:solidFill>
                      <a:srgbClr val="FFFFFF"/>
                    </a:solidFill>
                  </a:tcPr>
                </a:tc>
              </a:tr>
              <a:tr h="555625">
                <a:tc>
                  <a:txBody>
                    <a:bodyPr/>
                    <a:lstStyle/>
                    <a:p>
                      <a:r>
                        <a:rPr sz="1800" b="0">
                          <a:solidFill>
                            <a:srgbClr val="152B25"/>
                          </a:solidFill>
                          <a:latin typeface="Arial"/>
                          <a:ea typeface="Arial"/>
                          <a:cs typeface="Arial"/>
                        </a:rPr>
                        <a:t>Counterexample</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500, 2000, 500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500</a:t>
                      </a:r>
                    </a:p>
                  </a:txBody>
                  <a:tcPr marL="91440" marR="91440" marT="45720" marB="45720">
                    <a:lnR w="9525">
                      <a:solidFill>
                        <a:srgbClr val="A9BBB1"/>
                      </a:solidFill>
                      <a:prstDash val="solid"/>
                    </a:lnR>
                    <a:lnB w="9525">
                      <a:solidFill>
                        <a:srgbClr val="A9BBB1"/>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6963DB7-0E3B-40C5-AF5C-3AD5DE4AA457}"/>
              </a:ext>
            </a:extLst>
          </p:cNvPr>
          <p:cNvSpPr>
            <a:spLocks xmlns:a="http://schemas.openxmlformats.org/drawingml/2006/main" noGrp="1"/>
          </p:cNvSpPr>
          <p:nvPr/>
        </p:nvSpPr>
        <p:spPr>
          <a:xfrm xmlns:a="http://schemas.openxmlformats.org/drawingml/2006/main">
            <a:off x="666750" y="53340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Valid cases n = 3. MAE: mean 183.33 cents; last price 33.67 cents.</a:t>
            </a:r>
          </a:p>
        </p:txBody>
      </p:sp>
    </p:spTree>
    <p:extLst>
      <p:ext uri="{BB962C8B-B14F-4D97-AF65-F5344CB8AC3E}">
        <p14:creationId xmlns:p14="http://schemas.microsoft.com/office/powerpoint/2010/main" val="754685743"/>
      </p:ext>
    </p:extLst>
  </p:cSld>
  <p:transition spd="med">
    <p:fade/>
  </p:transition>
</p:sld>
</file>

<file path=ppt/slides/slide11.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9407C2D-DFC7-47D3-A008-E3C01FE35685}"/>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Testing evidence and limits</a:t>
            </a:r>
          </a:p>
        </p:txBody>
      </p:sp>
      <p:sp>
        <p:nvSpPr>
          <p:cNvPr id="2" name="">
            <a:extLst xmlns:a="http://schemas.openxmlformats.org/drawingml/2006/main">
              <a:ext uri="{FF2B5EF4-FFF2-40B4-BE49-F238E27FC236}">
                <a16:creationId xmlns:a16="http://schemas.microsoft.com/office/drawing/2014/main" id="{26592C94-A116-4000-9522-2BF053E6E303}"/>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860BA8AC-C0ED-46E5-B978-B843F1C257C5}"/>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B92DFBA5-9B51-4D07-8030-EAD49A3F2BB2}"/>
              </a:ext>
            </a:extLst>
          </p:cNvPr>
          <p:cNvSpPr>
            <a:spLocks xmlns:a="http://schemas.openxmlformats.org/drawingml/2006/main" noGrp="1"/>
          </p:cNvSpPr>
          <p:nvPr/>
        </p:nvSpPr>
        <p:spPr>
          <a:xfrm xmlns:a="http://schemas.openxmlformats.org/drawingml/2006/main">
            <a:off x="666750" y="166687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buNone/>
              <a:defRPr sz="2175" b="0">
                <a:solidFill>
                  <a:srgbClr val="152B25"/>
                </a:solidFill>
                <a:latin typeface="Arial"/>
                <a:ea typeface="Arial"/>
                <a:cs typeface="Arial"/>
              </a:defRPr>
            </a:lvl1pPr>
            <a:lvl2pPr>
              <a:buNone/>
              <a:defRPr sz="2175" b="0">
                <a:solidFill>
                  <a:srgbClr val="152B25"/>
                </a:solidFill>
                <a:latin typeface="Arial"/>
                <a:ea typeface="Arial"/>
                <a:cs typeface="Arial"/>
              </a:defRPr>
            </a:lvl2pPr>
            <a:lvl3pPr>
              <a:buNone/>
              <a:defRPr sz="2175" b="0">
                <a:solidFill>
                  <a:srgbClr val="152B25"/>
                </a:solidFill>
                <a:latin typeface="Arial"/>
                <a:ea typeface="Arial"/>
                <a:cs typeface="Arial"/>
              </a:defRPr>
            </a:lvl3pPr>
            <a:lvl4pPr>
              <a:buNone/>
              <a:defRPr sz="2175" b="0">
                <a:solidFill>
                  <a:srgbClr val="152B25"/>
                </a:solidFill>
                <a:latin typeface="Arial"/>
                <a:ea typeface="Arial"/>
                <a:cs typeface="Arial"/>
              </a:defRPr>
            </a:lvl4pPr>
            <a:lvl5pPr>
              <a:buNone/>
              <a:defRPr sz="2175" b="0">
                <a:solidFill>
                  <a:srgbClr val="152B25"/>
                </a:solidFill>
                <a:latin typeface="Arial"/>
                <a:ea typeface="Arial"/>
                <a:cs typeface="Arial"/>
              </a:defRPr>
            </a:lvl5pPr>
            <a:lvl6pPr>
              <a:buNone/>
              <a:defRPr sz="2175" b="0">
                <a:solidFill>
                  <a:srgbClr val="152B25"/>
                </a:solidFill>
                <a:latin typeface="Arial"/>
                <a:ea typeface="Arial"/>
                <a:cs typeface="Arial"/>
              </a:defRPr>
            </a:lvl6pPr>
            <a:lvl7pPr>
              <a:buNone/>
              <a:defRPr sz="2175" b="0">
                <a:solidFill>
                  <a:srgbClr val="152B25"/>
                </a:solidFill>
                <a:latin typeface="Arial"/>
                <a:ea typeface="Arial"/>
                <a:cs typeface="Arial"/>
              </a:defRPr>
            </a:lvl7pPr>
            <a:lvl8pPr>
              <a:buNone/>
              <a:defRPr sz="2175" b="0">
                <a:solidFill>
                  <a:srgbClr val="152B25"/>
                </a:solidFill>
                <a:latin typeface="Arial"/>
                <a:ea typeface="Arial"/>
                <a:cs typeface="Arial"/>
              </a:defRPr>
            </a:lvl8pPr>
            <a:lvl9pPr>
              <a:buNone/>
              <a:defRPr sz="2175" b="0">
                <a:solidFill>
                  <a:srgbClr val="152B25"/>
                </a:solidFill>
                <a:latin typeface="Arial"/>
                <a:ea typeface="Arial"/>
                <a:cs typeface="Arial"/>
              </a:defRPr>
            </a:lvl9pPr>
          </a:lstStyle>
          <a:p xmlns:a="http://schemas.openxmlformats.org/drawingml/2006/main">
            <a:pPr>
              <a:buNone/>
              <a:defRPr sz="2175" b="0">
                <a:solidFill>
                  <a:srgbClr val="152B25"/>
                </a:solidFill>
                <a:latin typeface="Arial"/>
                <a:ea typeface="Arial"/>
                <a:cs typeface="Arial"/>
              </a:defRPr>
            </a:pPr>
            <a:r>
              <a:rPr sz="2175" b="0">
                <a:solidFill>
                  <a:srgbClr val="152B25"/>
                </a:solidFill>
                <a:latin typeface="Arial"/>
                <a:ea typeface="Arial"/>
                <a:cs typeface="Arial"/>
              </a:rPr>
              <a:t>Analyzer and 17 logic/widget checks</a:t>
            </a:r>
          </a:p>
        </p:txBody>
      </p:sp>
      <p:sp>
        <p:nvSpPr>
          <p:cNvPr id="5" name="">
            <a:extLst xmlns:a="http://schemas.openxmlformats.org/drawingml/2006/main">
              <a:ext uri="{FF2B5EF4-FFF2-40B4-BE49-F238E27FC236}">
                <a16:creationId xmlns:a16="http://schemas.microsoft.com/office/drawing/2014/main" id="{A2A6EB39-7152-4507-A801-4BFE4EC96F78}"/>
              </a:ext>
            </a:extLst>
          </p:cNvPr>
          <p:cNvSpPr>
            <a:spLocks xmlns:a="http://schemas.openxmlformats.org/drawingml/2006/main" noGrp="1"/>
          </p:cNvSpPr>
          <p:nvPr/>
        </p:nvSpPr>
        <p:spPr>
          <a:xfrm xmlns:a="http://schemas.openxmlformats.org/drawingml/2006/main">
            <a:off x="666750" y="25527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buNone/>
              <a:defRPr sz="2175" b="0">
                <a:solidFill>
                  <a:srgbClr val="152B25"/>
                </a:solidFill>
                <a:latin typeface="Arial"/>
                <a:ea typeface="Arial"/>
                <a:cs typeface="Arial"/>
              </a:defRPr>
            </a:lvl1pPr>
            <a:lvl2pPr>
              <a:buNone/>
              <a:defRPr sz="2175" b="0">
                <a:solidFill>
                  <a:srgbClr val="152B25"/>
                </a:solidFill>
                <a:latin typeface="Arial"/>
                <a:ea typeface="Arial"/>
                <a:cs typeface="Arial"/>
              </a:defRPr>
            </a:lvl2pPr>
            <a:lvl3pPr>
              <a:buNone/>
              <a:defRPr sz="2175" b="0">
                <a:solidFill>
                  <a:srgbClr val="152B25"/>
                </a:solidFill>
                <a:latin typeface="Arial"/>
                <a:ea typeface="Arial"/>
                <a:cs typeface="Arial"/>
              </a:defRPr>
            </a:lvl3pPr>
            <a:lvl4pPr>
              <a:buNone/>
              <a:defRPr sz="2175" b="0">
                <a:solidFill>
                  <a:srgbClr val="152B25"/>
                </a:solidFill>
                <a:latin typeface="Arial"/>
                <a:ea typeface="Arial"/>
                <a:cs typeface="Arial"/>
              </a:defRPr>
            </a:lvl4pPr>
            <a:lvl5pPr>
              <a:buNone/>
              <a:defRPr sz="2175" b="0">
                <a:solidFill>
                  <a:srgbClr val="152B25"/>
                </a:solidFill>
                <a:latin typeface="Arial"/>
                <a:ea typeface="Arial"/>
                <a:cs typeface="Arial"/>
              </a:defRPr>
            </a:lvl5pPr>
            <a:lvl6pPr>
              <a:buNone/>
              <a:defRPr sz="2175" b="0">
                <a:solidFill>
                  <a:srgbClr val="152B25"/>
                </a:solidFill>
                <a:latin typeface="Arial"/>
                <a:ea typeface="Arial"/>
                <a:cs typeface="Arial"/>
              </a:defRPr>
            </a:lvl6pPr>
            <a:lvl7pPr>
              <a:buNone/>
              <a:defRPr sz="2175" b="0">
                <a:solidFill>
                  <a:srgbClr val="152B25"/>
                </a:solidFill>
                <a:latin typeface="Arial"/>
                <a:ea typeface="Arial"/>
                <a:cs typeface="Arial"/>
              </a:defRPr>
            </a:lvl7pPr>
            <a:lvl8pPr>
              <a:buNone/>
              <a:defRPr sz="2175" b="0">
                <a:solidFill>
                  <a:srgbClr val="152B25"/>
                </a:solidFill>
                <a:latin typeface="Arial"/>
                <a:ea typeface="Arial"/>
                <a:cs typeface="Arial"/>
              </a:defRPr>
            </a:lvl8pPr>
            <a:lvl9pPr>
              <a:buNone/>
              <a:defRPr sz="2175" b="0">
                <a:solidFill>
                  <a:srgbClr val="152B25"/>
                </a:solidFill>
                <a:latin typeface="Arial"/>
                <a:ea typeface="Arial"/>
                <a:cs typeface="Arial"/>
              </a:defRPr>
            </a:lvl9pPr>
          </a:lstStyle>
          <a:p xmlns:a="http://schemas.openxmlformats.org/drawingml/2006/main">
            <a:pPr>
              <a:buNone/>
              <a:defRPr sz="2175" b="0">
                <a:solidFill>
                  <a:srgbClr val="152B25"/>
                </a:solidFill>
                <a:latin typeface="Arial"/>
                <a:ea typeface="Arial"/>
                <a:cs typeface="Arial"/>
              </a:defRPr>
            </a:pPr>
            <a:r>
              <a:rPr sz="2175" b="0">
                <a:solidFill>
                  <a:srgbClr val="152B25"/>
                </a:solidFill>
                <a:latin typeface="Arial"/>
                <a:ea typeface="Arial"/>
                <a:cs typeface="Arial"/>
              </a:rPr>
              <a:t>Actual SQLite CRUD, foreign keys, retry token and migration</a:t>
            </a:r>
          </a:p>
        </p:txBody>
      </p:sp>
      <p:sp>
        <p:nvSpPr>
          <p:cNvPr id="6" name="">
            <a:extLst xmlns:a="http://schemas.openxmlformats.org/drawingml/2006/main">
              <a:ext uri="{FF2B5EF4-FFF2-40B4-BE49-F238E27FC236}">
                <a16:creationId xmlns:a16="http://schemas.microsoft.com/office/drawing/2014/main" id="{D29CF195-7A3A-4689-A60C-A3CABDFCA998}"/>
              </a:ext>
            </a:extLst>
          </p:cNvPr>
          <p:cNvSpPr>
            <a:spLocks xmlns:a="http://schemas.openxmlformats.org/drawingml/2006/main" noGrp="1"/>
          </p:cNvSpPr>
          <p:nvPr/>
        </p:nvSpPr>
        <p:spPr>
          <a:xfrm xmlns:a="http://schemas.openxmlformats.org/drawingml/2006/main">
            <a:off x="666750" y="343852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buNone/>
              <a:defRPr sz="2175" b="0">
                <a:solidFill>
                  <a:srgbClr val="152B25"/>
                </a:solidFill>
                <a:latin typeface="Arial"/>
                <a:ea typeface="Arial"/>
                <a:cs typeface="Arial"/>
              </a:defRPr>
            </a:lvl1pPr>
            <a:lvl2pPr>
              <a:buNone/>
              <a:defRPr sz="2175" b="0">
                <a:solidFill>
                  <a:srgbClr val="152B25"/>
                </a:solidFill>
                <a:latin typeface="Arial"/>
                <a:ea typeface="Arial"/>
                <a:cs typeface="Arial"/>
              </a:defRPr>
            </a:lvl2pPr>
            <a:lvl3pPr>
              <a:buNone/>
              <a:defRPr sz="2175" b="0">
                <a:solidFill>
                  <a:srgbClr val="152B25"/>
                </a:solidFill>
                <a:latin typeface="Arial"/>
                <a:ea typeface="Arial"/>
                <a:cs typeface="Arial"/>
              </a:defRPr>
            </a:lvl3pPr>
            <a:lvl4pPr>
              <a:buNone/>
              <a:defRPr sz="2175" b="0">
                <a:solidFill>
                  <a:srgbClr val="152B25"/>
                </a:solidFill>
                <a:latin typeface="Arial"/>
                <a:ea typeface="Arial"/>
                <a:cs typeface="Arial"/>
              </a:defRPr>
            </a:lvl4pPr>
            <a:lvl5pPr>
              <a:buNone/>
              <a:defRPr sz="2175" b="0">
                <a:solidFill>
                  <a:srgbClr val="152B25"/>
                </a:solidFill>
                <a:latin typeface="Arial"/>
                <a:ea typeface="Arial"/>
                <a:cs typeface="Arial"/>
              </a:defRPr>
            </a:lvl5pPr>
            <a:lvl6pPr>
              <a:buNone/>
              <a:defRPr sz="2175" b="0">
                <a:solidFill>
                  <a:srgbClr val="152B25"/>
                </a:solidFill>
                <a:latin typeface="Arial"/>
                <a:ea typeface="Arial"/>
                <a:cs typeface="Arial"/>
              </a:defRPr>
            </a:lvl6pPr>
            <a:lvl7pPr>
              <a:buNone/>
              <a:defRPr sz="2175" b="0">
                <a:solidFill>
                  <a:srgbClr val="152B25"/>
                </a:solidFill>
                <a:latin typeface="Arial"/>
                <a:ea typeface="Arial"/>
                <a:cs typeface="Arial"/>
              </a:defRPr>
            </a:lvl7pPr>
            <a:lvl8pPr>
              <a:buNone/>
              <a:defRPr sz="2175" b="0">
                <a:solidFill>
                  <a:srgbClr val="152B25"/>
                </a:solidFill>
                <a:latin typeface="Arial"/>
                <a:ea typeface="Arial"/>
                <a:cs typeface="Arial"/>
              </a:defRPr>
            </a:lvl8pPr>
            <a:lvl9pPr>
              <a:buNone/>
              <a:defRPr sz="2175" b="0">
                <a:solidFill>
                  <a:srgbClr val="152B25"/>
                </a:solidFill>
                <a:latin typeface="Arial"/>
                <a:ea typeface="Arial"/>
                <a:cs typeface="Arial"/>
              </a:defRPr>
            </a:lvl9pPr>
          </a:lstStyle>
          <a:p xmlns:a="http://schemas.openxmlformats.org/drawingml/2006/main">
            <a:pPr>
              <a:buNone/>
              <a:defRPr sz="2175" b="0">
                <a:solidFill>
                  <a:srgbClr val="152B25"/>
                </a:solidFill>
                <a:latin typeface="Arial"/>
                <a:ea typeface="Arial"/>
                <a:cs typeface="Arial"/>
              </a:defRPr>
            </a:pPr>
            <a:r>
              <a:rPr sz="2175" b="0">
                <a:solidFill>
                  <a:srgbClr val="152B25"/>
                </a:solidFill>
                <a:latin typeface="Arial"/>
                <a:ea typeface="Arial"/>
                <a:cs typeface="Arial"/>
              </a:rPr>
              <a:t>Two emulator profiles and release installation checks</a:t>
            </a:r>
          </a:p>
        </p:txBody>
      </p:sp>
      <p:sp>
        <p:nvSpPr>
          <p:cNvPr id="7" name="">
            <a:extLst xmlns:a="http://schemas.openxmlformats.org/drawingml/2006/main">
              <a:ext uri="{FF2B5EF4-FFF2-40B4-BE49-F238E27FC236}">
                <a16:creationId xmlns:a16="http://schemas.microsoft.com/office/drawing/2014/main" id="{184A6EFA-3671-461B-9480-75C722D70E32}"/>
              </a:ext>
            </a:extLst>
          </p:cNvPr>
          <p:cNvSpPr>
            <a:spLocks xmlns:a="http://schemas.openxmlformats.org/drawingml/2006/main" noGrp="1"/>
          </p:cNvSpPr>
          <p:nvPr/>
        </p:nvSpPr>
        <p:spPr>
          <a:xfrm xmlns:a="http://schemas.openxmlformats.org/drawingml/2006/main">
            <a:off x="666750" y="43243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52B25"/>
                </a:solidFill>
                <a:latin typeface="Arial"/>
                <a:ea typeface="Arial"/>
                <a:cs typeface="Arial"/>
              </a:defRPr>
            </a:defPPr>
            <a:lvl1pPr>
              <a:buNone/>
              <a:defRPr sz="2175" b="0">
                <a:solidFill>
                  <a:srgbClr val="152B25"/>
                </a:solidFill>
                <a:latin typeface="Arial"/>
                <a:ea typeface="Arial"/>
                <a:cs typeface="Arial"/>
              </a:defRPr>
            </a:lvl1pPr>
            <a:lvl2pPr>
              <a:buNone/>
              <a:defRPr sz="2175" b="0">
                <a:solidFill>
                  <a:srgbClr val="152B25"/>
                </a:solidFill>
                <a:latin typeface="Arial"/>
                <a:ea typeface="Arial"/>
                <a:cs typeface="Arial"/>
              </a:defRPr>
            </a:lvl2pPr>
            <a:lvl3pPr>
              <a:buNone/>
              <a:defRPr sz="2175" b="0">
                <a:solidFill>
                  <a:srgbClr val="152B25"/>
                </a:solidFill>
                <a:latin typeface="Arial"/>
                <a:ea typeface="Arial"/>
                <a:cs typeface="Arial"/>
              </a:defRPr>
            </a:lvl3pPr>
            <a:lvl4pPr>
              <a:buNone/>
              <a:defRPr sz="2175" b="0">
                <a:solidFill>
                  <a:srgbClr val="152B25"/>
                </a:solidFill>
                <a:latin typeface="Arial"/>
                <a:ea typeface="Arial"/>
                <a:cs typeface="Arial"/>
              </a:defRPr>
            </a:lvl4pPr>
            <a:lvl5pPr>
              <a:buNone/>
              <a:defRPr sz="2175" b="0">
                <a:solidFill>
                  <a:srgbClr val="152B25"/>
                </a:solidFill>
                <a:latin typeface="Arial"/>
                <a:ea typeface="Arial"/>
                <a:cs typeface="Arial"/>
              </a:defRPr>
            </a:lvl5pPr>
            <a:lvl6pPr>
              <a:buNone/>
              <a:defRPr sz="2175" b="0">
                <a:solidFill>
                  <a:srgbClr val="152B25"/>
                </a:solidFill>
                <a:latin typeface="Arial"/>
                <a:ea typeface="Arial"/>
                <a:cs typeface="Arial"/>
              </a:defRPr>
            </a:lvl6pPr>
            <a:lvl7pPr>
              <a:buNone/>
              <a:defRPr sz="2175" b="0">
                <a:solidFill>
                  <a:srgbClr val="152B25"/>
                </a:solidFill>
                <a:latin typeface="Arial"/>
                <a:ea typeface="Arial"/>
                <a:cs typeface="Arial"/>
              </a:defRPr>
            </a:lvl7pPr>
            <a:lvl8pPr>
              <a:buNone/>
              <a:defRPr sz="2175" b="0">
                <a:solidFill>
                  <a:srgbClr val="152B25"/>
                </a:solidFill>
                <a:latin typeface="Arial"/>
                <a:ea typeface="Arial"/>
                <a:cs typeface="Arial"/>
              </a:defRPr>
            </a:lvl8pPr>
            <a:lvl9pPr>
              <a:buNone/>
              <a:defRPr sz="2175" b="0">
                <a:solidFill>
                  <a:srgbClr val="152B25"/>
                </a:solidFill>
                <a:latin typeface="Arial"/>
                <a:ea typeface="Arial"/>
                <a:cs typeface="Arial"/>
              </a:defRPr>
            </a:lvl9pPr>
          </a:lstStyle>
          <a:p xmlns:a="http://schemas.openxmlformats.org/drawingml/2006/main">
            <a:pPr>
              <a:buNone/>
              <a:defRPr sz="2175" b="0">
                <a:solidFill>
                  <a:srgbClr val="152B25"/>
                </a:solidFill>
                <a:latin typeface="Arial"/>
                <a:ea typeface="Arial"/>
                <a:cs typeface="Arial"/>
              </a:defRPr>
            </a:pPr>
            <a:r>
              <a:rPr sz="2175" b="0">
                <a:solidFill>
                  <a:srgbClr val="152B25"/>
                </a:solidFill>
                <a:latin typeface="Arial"/>
                <a:ea typeface="Arial"/>
                <a:cs typeface="Arial"/>
              </a:rPr>
              <a:t>Known limits: same OS image, no independent peer revision</a:t>
            </a:r>
          </a:p>
        </p:txBody>
      </p:sp>
    </p:spTree>
    <p:extLst>
      <p:ext uri="{BB962C8B-B14F-4D97-AF65-F5344CB8AC3E}">
        <p14:creationId xmlns:p14="http://schemas.microsoft.com/office/powerpoint/2010/main" val="1526955900"/>
      </p:ext>
    </p:extLst>
  </p:cSld>
  <p:transition spd="med">
    <p:fade/>
  </p:transition>
</p:sld>
</file>

<file path=ppt/slides/slide12.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49FE85-3299-4A88-8922-10F75B99FDA0}"/>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Individual ownership and workflow</a:t>
            </a:r>
          </a:p>
        </p:txBody>
      </p:sp>
      <p:sp>
        <p:nvSpPr>
          <p:cNvPr id="2" name="">
            <a:extLst xmlns:a="http://schemas.openxmlformats.org/drawingml/2006/main">
              <a:ext uri="{FF2B5EF4-FFF2-40B4-BE49-F238E27FC236}">
                <a16:creationId xmlns:a16="http://schemas.microsoft.com/office/drawing/2014/main" id="{3479D6EB-CBF8-4576-B4C2-8D54321798C7}"/>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304F493D-A7F6-4680-A7A5-3B86487C0B80}"/>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buNone/>
              <a:defRPr sz="1200" b="0">
                <a:solidFill>
                  <a:srgbClr val="4B6259"/>
                </a:solidFill>
                <a:latin typeface="Arial"/>
                <a:ea typeface="Arial"/>
                <a:cs typeface="Arial"/>
              </a:defRPr>
            </a:lvl1pPr>
            <a:lvl2pPr>
              <a:buNone/>
              <a:defRPr sz="1200" b="0">
                <a:solidFill>
                  <a:srgbClr val="4B6259"/>
                </a:solidFill>
                <a:latin typeface="Arial"/>
                <a:ea typeface="Arial"/>
                <a:cs typeface="Arial"/>
              </a:defRPr>
            </a:lvl2pPr>
            <a:lvl3pPr>
              <a:buNone/>
              <a:defRPr sz="1200" b="0">
                <a:solidFill>
                  <a:srgbClr val="4B6259"/>
                </a:solidFill>
                <a:latin typeface="Arial"/>
                <a:ea typeface="Arial"/>
                <a:cs typeface="Arial"/>
              </a:defRPr>
            </a:lvl3pPr>
            <a:lvl4pPr>
              <a:buNone/>
              <a:defRPr sz="1200" b="0">
                <a:solidFill>
                  <a:srgbClr val="4B6259"/>
                </a:solidFill>
                <a:latin typeface="Arial"/>
                <a:ea typeface="Arial"/>
                <a:cs typeface="Arial"/>
              </a:defRPr>
            </a:lvl4pPr>
            <a:lvl5pPr>
              <a:buNone/>
              <a:defRPr sz="1200" b="0">
                <a:solidFill>
                  <a:srgbClr val="4B6259"/>
                </a:solidFill>
                <a:latin typeface="Arial"/>
                <a:ea typeface="Arial"/>
                <a:cs typeface="Arial"/>
              </a:defRPr>
            </a:lvl5pPr>
            <a:lvl6pPr>
              <a:buNone/>
              <a:defRPr sz="1200" b="0">
                <a:solidFill>
                  <a:srgbClr val="4B6259"/>
                </a:solidFill>
                <a:latin typeface="Arial"/>
                <a:ea typeface="Arial"/>
                <a:cs typeface="Arial"/>
              </a:defRPr>
            </a:lvl6pPr>
            <a:lvl7pPr>
              <a:buNone/>
              <a:defRPr sz="1200" b="0">
                <a:solidFill>
                  <a:srgbClr val="4B6259"/>
                </a:solidFill>
                <a:latin typeface="Arial"/>
                <a:ea typeface="Arial"/>
                <a:cs typeface="Arial"/>
              </a:defRPr>
            </a:lvl7pPr>
            <a:lvl8pPr>
              <a:buNone/>
              <a:defRPr sz="1200" b="0">
                <a:solidFill>
                  <a:srgbClr val="4B6259"/>
                </a:solidFill>
                <a:latin typeface="Arial"/>
                <a:ea typeface="Arial"/>
                <a:cs typeface="Arial"/>
              </a:defRPr>
            </a:lvl8pPr>
            <a:lvl9pPr>
              <a:buNone/>
              <a:defRPr sz="1200" b="0">
                <a:solidFill>
                  <a:srgbClr val="4B6259"/>
                </a:solidFill>
                <a:latin typeface="Arial"/>
                <a:ea typeface="Arial"/>
                <a:cs typeface="Arial"/>
              </a:defRPr>
            </a:lvl9pPr>
          </a:lstStyle>
          <a:p xmlns:a="http://schemas.openxmlformats.org/drawingml/2006/main">
            <a:pPr>
              <a:buNone/>
              <a:defRPr sz="1200" b="0">
                <a:solidFill>
                  <a:srgbClr val="4B6259"/>
                </a:solidFill>
                <a:latin typeface="Arial"/>
                <a:ea typeface="Arial"/>
                <a:cs typeface="Arial"/>
              </a:defRPr>
            </a:pPr>
            <a:r>
              <a:rPr sz="1200" b="0">
                <a:solidFill>
                  <a:srgbClr val="4B6259"/>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FA9B192A-F27A-4DF8-ACB7-6CC76166CC8A}"/>
              </a:ext>
            </a:extLst>
          </p:cNvPr>
          <p:cNvSpPr>
            <a:spLocks xmlns:a="http://schemas.openxmlformats.org/drawingml/2006/main" noGrp="1"/>
          </p:cNvSpPr>
          <p:nvPr/>
        </p:nvSpPr>
        <p:spPr>
          <a:xfrm xmlns:a="http://schemas.openxmlformats.org/drawingml/2006/main">
            <a:off x="666750" y="1666875"/>
            <a:ext cx="5095875" cy="3190875"/>
          </a:xfrm>
          <a:prstGeom xmlns:a="http://schemas.openxmlformats.org/drawingml/2006/main" prst="rect">
            <a:avLst/>
          </a:prstGeom>
          <a:solidFill xmlns:a="http://schemas.openxmlformats.org/drawingml/2006/main">
            <a:srgbClr val="E6F0E9"/>
          </a:solidFill>
          <a:ln xmlns:a="http://schemas.openxmlformats.org/drawingml/2006/main" w="9525">
            <a:solidFill>
              <a:srgbClr val="8CA89B"/>
            </a:solidFill>
          </a:ln>
        </p:spPr>
      </p:sp>
      <p:sp>
        <p:nvSpPr>
          <p:cNvPr id="5" name="">
            <a:extLst xmlns:a="http://schemas.openxmlformats.org/drawingml/2006/main">
              <a:ext uri="{FF2B5EF4-FFF2-40B4-BE49-F238E27FC236}">
                <a16:creationId xmlns:a16="http://schemas.microsoft.com/office/drawing/2014/main" id="{A413132B-2905-45FD-B002-F07D35F0120A}"/>
              </a:ext>
            </a:extLst>
          </p:cNvPr>
          <p:cNvSpPr>
            <a:spLocks xmlns:a="http://schemas.openxmlformats.org/drawingml/2006/main" noGrp="1"/>
          </p:cNvSpPr>
          <p:nvPr/>
        </p:nvSpPr>
        <p:spPr>
          <a:xfrm xmlns:a="http://schemas.openxmlformats.org/drawingml/2006/main">
            <a:off x="857250" y="1838325"/>
            <a:ext cx="47148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52B25"/>
                </a:solidFill>
                <a:latin typeface="Arial"/>
                <a:ea typeface="Arial"/>
                <a:cs typeface="Arial"/>
              </a:defRPr>
            </a:defPPr>
            <a:lvl1pPr>
              <a:buNone/>
              <a:defRPr sz="2025" b="1">
                <a:solidFill>
                  <a:srgbClr val="152B25"/>
                </a:solidFill>
                <a:latin typeface="Arial"/>
                <a:ea typeface="Arial"/>
                <a:cs typeface="Arial"/>
              </a:defRPr>
            </a:lvl1pPr>
            <a:lvl2pPr>
              <a:buNone/>
              <a:defRPr sz="2025" b="1">
                <a:solidFill>
                  <a:srgbClr val="152B25"/>
                </a:solidFill>
                <a:latin typeface="Arial"/>
                <a:ea typeface="Arial"/>
                <a:cs typeface="Arial"/>
              </a:defRPr>
            </a:lvl2pPr>
            <a:lvl3pPr>
              <a:buNone/>
              <a:defRPr sz="2025" b="1">
                <a:solidFill>
                  <a:srgbClr val="152B25"/>
                </a:solidFill>
                <a:latin typeface="Arial"/>
                <a:ea typeface="Arial"/>
                <a:cs typeface="Arial"/>
              </a:defRPr>
            </a:lvl3pPr>
            <a:lvl4pPr>
              <a:buNone/>
              <a:defRPr sz="2025" b="1">
                <a:solidFill>
                  <a:srgbClr val="152B25"/>
                </a:solidFill>
                <a:latin typeface="Arial"/>
                <a:ea typeface="Arial"/>
                <a:cs typeface="Arial"/>
              </a:defRPr>
            </a:lvl4pPr>
            <a:lvl5pPr>
              <a:buNone/>
              <a:defRPr sz="2025" b="1">
                <a:solidFill>
                  <a:srgbClr val="152B25"/>
                </a:solidFill>
                <a:latin typeface="Arial"/>
                <a:ea typeface="Arial"/>
                <a:cs typeface="Arial"/>
              </a:defRPr>
            </a:lvl5pPr>
            <a:lvl6pPr>
              <a:buNone/>
              <a:defRPr sz="2025" b="1">
                <a:solidFill>
                  <a:srgbClr val="152B25"/>
                </a:solidFill>
                <a:latin typeface="Arial"/>
                <a:ea typeface="Arial"/>
                <a:cs typeface="Arial"/>
              </a:defRPr>
            </a:lvl6pPr>
            <a:lvl7pPr>
              <a:buNone/>
              <a:defRPr sz="2025" b="1">
                <a:solidFill>
                  <a:srgbClr val="152B25"/>
                </a:solidFill>
                <a:latin typeface="Arial"/>
                <a:ea typeface="Arial"/>
                <a:cs typeface="Arial"/>
              </a:defRPr>
            </a:lvl7pPr>
            <a:lvl8pPr>
              <a:buNone/>
              <a:defRPr sz="2025" b="1">
                <a:solidFill>
                  <a:srgbClr val="152B25"/>
                </a:solidFill>
                <a:latin typeface="Arial"/>
                <a:ea typeface="Arial"/>
                <a:cs typeface="Arial"/>
              </a:defRPr>
            </a:lvl8pPr>
            <a:lvl9pPr>
              <a:buNone/>
              <a:defRPr sz="2025" b="1">
                <a:solidFill>
                  <a:srgbClr val="152B25"/>
                </a:solidFill>
                <a:latin typeface="Arial"/>
                <a:ea typeface="Arial"/>
                <a:cs typeface="Arial"/>
              </a:defRPr>
            </a:lvl9pPr>
          </a:lstStyle>
          <a:p xmlns:a="http://schemas.openxmlformats.org/drawingml/2006/main">
            <a:pPr>
              <a:buNone/>
              <a:defRPr sz="2025" b="1">
                <a:solidFill>
                  <a:srgbClr val="152B25"/>
                </a:solidFill>
                <a:latin typeface="Arial"/>
                <a:ea typeface="Arial"/>
                <a:cs typeface="Arial"/>
              </a:defRPr>
            </a:pPr>
            <a:r>
              <a:rPr sz="2025" b="1">
                <a:solidFill>
                  <a:srgbClr val="152B25"/>
                </a:solidFill>
                <a:latin typeface="Arial"/>
                <a:ea typeface="Arial"/>
                <a:cs typeface="Arial"/>
              </a:rPr>
              <a:t>A.J. Orea</a:t>
            </a:r>
          </a:p>
        </p:txBody>
      </p:sp>
      <p:sp>
        <p:nvSpPr>
          <p:cNvPr id="6" name="">
            <a:extLst xmlns:a="http://schemas.openxmlformats.org/drawingml/2006/main">
              <a:ext uri="{FF2B5EF4-FFF2-40B4-BE49-F238E27FC236}">
                <a16:creationId xmlns:a16="http://schemas.microsoft.com/office/drawing/2014/main" id="{147D10C0-007B-457B-B613-B2FF1192BF6B}"/>
              </a:ext>
            </a:extLst>
          </p:cNvPr>
          <p:cNvSpPr>
            <a:spLocks xmlns:a="http://schemas.openxmlformats.org/drawingml/2006/main" noGrp="1"/>
          </p:cNvSpPr>
          <p:nvPr/>
        </p:nvSpPr>
        <p:spPr>
          <a:xfrm xmlns:a="http://schemas.openxmlformats.org/drawingml/2006/main">
            <a:off x="857250" y="2381250"/>
            <a:ext cx="471487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Original Meal model</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Database CRUD foundation</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Standalone History page</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Explain these actual commits</a:t>
            </a:r>
          </a:p>
        </p:txBody>
      </p:sp>
      <p:sp>
        <p:nvSpPr>
          <p:cNvPr id="7" name="">
            <a:extLst xmlns:a="http://schemas.openxmlformats.org/drawingml/2006/main">
              <a:ext uri="{FF2B5EF4-FFF2-40B4-BE49-F238E27FC236}">
                <a16:creationId xmlns:a16="http://schemas.microsoft.com/office/drawing/2014/main" id="{58E40E73-79C9-411C-833B-CA108F90525C}"/>
              </a:ext>
            </a:extLst>
          </p:cNvPr>
          <p:cNvSpPr>
            <a:spLocks xmlns:a="http://schemas.openxmlformats.org/drawingml/2006/main" noGrp="1"/>
          </p:cNvSpPr>
          <p:nvPr/>
        </p:nvSpPr>
        <p:spPr>
          <a:xfrm xmlns:a="http://schemas.openxmlformats.org/drawingml/2006/main">
            <a:off x="6238875" y="1666875"/>
            <a:ext cx="5286375" cy="3190875"/>
          </a:xfrm>
          <a:prstGeom xmlns:a="http://schemas.openxmlformats.org/drawingml/2006/main" prst="rect">
            <a:avLst/>
          </a:prstGeom>
          <a:solidFill xmlns:a="http://schemas.openxmlformats.org/drawingml/2006/main">
            <a:srgbClr val="E6F0E9"/>
          </a:solidFill>
          <a:ln xmlns:a="http://schemas.openxmlformats.org/drawingml/2006/main" w="9525">
            <a:solidFill>
              <a:srgbClr val="8CA89B"/>
            </a:solidFill>
          </a:ln>
        </p:spPr>
      </p:sp>
      <p:sp>
        <p:nvSpPr>
          <p:cNvPr id="8" name="">
            <a:extLst xmlns:a="http://schemas.openxmlformats.org/drawingml/2006/main">
              <a:ext uri="{FF2B5EF4-FFF2-40B4-BE49-F238E27FC236}">
                <a16:creationId xmlns:a16="http://schemas.microsoft.com/office/drawing/2014/main" id="{307D1361-7900-428D-A964-7A90E265B3A4}"/>
              </a:ext>
            </a:extLst>
          </p:cNvPr>
          <p:cNvSpPr>
            <a:spLocks xmlns:a="http://schemas.openxmlformats.org/drawingml/2006/main" noGrp="1"/>
          </p:cNvSpPr>
          <p:nvPr/>
        </p:nvSpPr>
        <p:spPr>
          <a:xfrm xmlns:a="http://schemas.openxmlformats.org/drawingml/2006/main">
            <a:off x="6429375" y="1838325"/>
            <a:ext cx="4905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52B25"/>
                </a:solidFill>
                <a:latin typeface="Arial"/>
                <a:ea typeface="Arial"/>
                <a:cs typeface="Arial"/>
              </a:defRPr>
            </a:defPPr>
            <a:lvl1pPr>
              <a:buNone/>
              <a:defRPr sz="2025" b="1">
                <a:solidFill>
                  <a:srgbClr val="152B25"/>
                </a:solidFill>
                <a:latin typeface="Arial"/>
                <a:ea typeface="Arial"/>
                <a:cs typeface="Arial"/>
              </a:defRPr>
            </a:lvl1pPr>
            <a:lvl2pPr>
              <a:buNone/>
              <a:defRPr sz="2025" b="1">
                <a:solidFill>
                  <a:srgbClr val="152B25"/>
                </a:solidFill>
                <a:latin typeface="Arial"/>
                <a:ea typeface="Arial"/>
                <a:cs typeface="Arial"/>
              </a:defRPr>
            </a:lvl2pPr>
            <a:lvl3pPr>
              <a:buNone/>
              <a:defRPr sz="2025" b="1">
                <a:solidFill>
                  <a:srgbClr val="152B25"/>
                </a:solidFill>
                <a:latin typeface="Arial"/>
                <a:ea typeface="Arial"/>
                <a:cs typeface="Arial"/>
              </a:defRPr>
            </a:lvl3pPr>
            <a:lvl4pPr>
              <a:buNone/>
              <a:defRPr sz="2025" b="1">
                <a:solidFill>
                  <a:srgbClr val="152B25"/>
                </a:solidFill>
                <a:latin typeface="Arial"/>
                <a:ea typeface="Arial"/>
                <a:cs typeface="Arial"/>
              </a:defRPr>
            </a:lvl4pPr>
            <a:lvl5pPr>
              <a:buNone/>
              <a:defRPr sz="2025" b="1">
                <a:solidFill>
                  <a:srgbClr val="152B25"/>
                </a:solidFill>
                <a:latin typeface="Arial"/>
                <a:ea typeface="Arial"/>
                <a:cs typeface="Arial"/>
              </a:defRPr>
            </a:lvl5pPr>
            <a:lvl6pPr>
              <a:buNone/>
              <a:defRPr sz="2025" b="1">
                <a:solidFill>
                  <a:srgbClr val="152B25"/>
                </a:solidFill>
                <a:latin typeface="Arial"/>
                <a:ea typeface="Arial"/>
                <a:cs typeface="Arial"/>
              </a:defRPr>
            </a:lvl6pPr>
            <a:lvl7pPr>
              <a:buNone/>
              <a:defRPr sz="2025" b="1">
                <a:solidFill>
                  <a:srgbClr val="152B25"/>
                </a:solidFill>
                <a:latin typeface="Arial"/>
                <a:ea typeface="Arial"/>
                <a:cs typeface="Arial"/>
              </a:defRPr>
            </a:lvl7pPr>
            <a:lvl8pPr>
              <a:buNone/>
              <a:defRPr sz="2025" b="1">
                <a:solidFill>
                  <a:srgbClr val="152B25"/>
                </a:solidFill>
                <a:latin typeface="Arial"/>
                <a:ea typeface="Arial"/>
                <a:cs typeface="Arial"/>
              </a:defRPr>
            </a:lvl8pPr>
            <a:lvl9pPr>
              <a:buNone/>
              <a:defRPr sz="2025" b="1">
                <a:solidFill>
                  <a:srgbClr val="152B25"/>
                </a:solidFill>
                <a:latin typeface="Arial"/>
                <a:ea typeface="Arial"/>
                <a:cs typeface="Arial"/>
              </a:defRPr>
            </a:lvl9pPr>
          </a:lstStyle>
          <a:p xmlns:a="http://schemas.openxmlformats.org/drawingml/2006/main">
            <a:pPr>
              <a:buNone/>
              <a:defRPr sz="2025" b="1">
                <a:solidFill>
                  <a:srgbClr val="152B25"/>
                </a:solidFill>
                <a:latin typeface="Arial"/>
                <a:ea typeface="Arial"/>
                <a:cs typeface="Arial"/>
              </a:defRPr>
            </a:pPr>
            <a:r>
              <a:rPr sz="2025" b="1">
                <a:solidFill>
                  <a:srgbClr val="152B25"/>
                </a:solidFill>
                <a:latin typeface="Arial"/>
                <a:ea typeface="Arial"/>
                <a:cs typeface="Arial"/>
              </a:rPr>
              <a:t>Om Udumula</a:t>
            </a:r>
          </a:p>
        </p:txBody>
      </p:sp>
      <p:sp>
        <p:nvSpPr>
          <p:cNvPr id="9" name="">
            <a:extLst xmlns:a="http://schemas.openxmlformats.org/drawingml/2006/main">
              <a:ext uri="{FF2B5EF4-FFF2-40B4-BE49-F238E27FC236}">
                <a16:creationId xmlns:a16="http://schemas.microsoft.com/office/drawing/2014/main" id="{37FCE13C-6E24-49B2-9612-AF5EFAD477D4}"/>
              </a:ext>
            </a:extLst>
          </p:cNvPr>
          <p:cNvSpPr>
            <a:spLocks xmlns:a="http://schemas.openxmlformats.org/drawingml/2006/main" noGrp="1"/>
          </p:cNvSpPr>
          <p:nvPr/>
        </p:nvSpPr>
        <p:spPr>
          <a:xfrm xmlns:a="http://schemas.openxmlformats.org/drawingml/2006/main">
            <a:off x="6429375" y="2381250"/>
            <a:ext cx="490537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Frontend and shared state</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Receipt/helper integration</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Regression tests and packaging</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Explain assistance and decisions</a:t>
            </a:r>
          </a:p>
        </p:txBody>
      </p:sp>
      <p:sp>
        <p:nvSpPr>
          <p:cNvPr id="10" name="">
            <a:extLst xmlns:a="http://schemas.openxmlformats.org/drawingml/2006/main">
              <a:ext uri="{FF2B5EF4-FFF2-40B4-BE49-F238E27FC236}">
                <a16:creationId xmlns:a16="http://schemas.microsoft.com/office/drawing/2014/main" id="{F7681EED-66E6-403A-BE7F-CC54B657C7ED}"/>
              </a:ext>
            </a:extLst>
          </p:cNvPr>
          <p:cNvSpPr>
            <a:spLocks xmlns:a="http://schemas.openxmlformats.org/drawingml/2006/main" noGrp="1"/>
          </p:cNvSpPr>
          <p:nvPr/>
        </p:nvSpPr>
        <p:spPr>
          <a:xfrm xmlns:a="http://schemas.openxmlformats.org/drawingml/2006/main">
            <a:off x="666750" y="5238750"/>
            <a:ext cx="1085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Historical board snapshots, peer revision and steady commit targets remain gaps.</a:t>
            </a:r>
          </a:p>
        </p:txBody>
      </p:sp>
    </p:spTree>
    <p:extLst>
      <p:ext uri="{BB962C8B-B14F-4D97-AF65-F5344CB8AC3E}">
        <p14:creationId xmlns:p14="http://schemas.microsoft.com/office/powerpoint/2010/main" val="1972596227"/>
      </p:ext>
    </p:extLst>
  </p:cSld>
  <p:transition spd="med">
    <p:fade/>
  </p:transition>
</p:sld>
</file>

<file path=ppt/slides/slide13.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E856FD1-6303-4A30-BCF5-E770286AA3ED}"/>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Demo 1: Meal catalog</a:t>
            </a:r>
          </a:p>
        </p:txBody>
      </p:sp>
      <p:sp>
        <p:nvSpPr>
          <p:cNvPr id="2" name="">
            <a:extLst xmlns:a="http://schemas.openxmlformats.org/drawingml/2006/main">
              <a:ext uri="{FF2B5EF4-FFF2-40B4-BE49-F238E27FC236}">
                <a16:creationId xmlns:a16="http://schemas.microsoft.com/office/drawing/2014/main" id="{80CC060F-3E8D-4828-856D-31029EC4DB4A}"/>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C6FEB72F-3FD1-47C8-84C9-925E8376432F}"/>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13</a:t>
            </a:r>
          </a:p>
        </p:txBody>
      </p:sp>
      <p:pic>
        <p:nvPicPr>
          <p:cNvPr id="4" name="Demo_1_Meal_Catalog.mp4" descr="Embedded silent recording of the actual Android emulator; fictional demo data">
            <a:extLst xmlns:a="http://schemas.openxmlformats.org/drawingml/2006/main">
              <a:ext uri="{FF2B5EF4-FFF2-40B4-BE49-F238E27FC236}">
                <a16:creationId xmlns:a16="http://schemas.microsoft.com/office/drawing/2014/main" id="{3D9AE015-7298-4933-818E-C0267949D780}"/>
              </a:ext>
            </a:extLst>
            <ns0:hlinkClick xmlns:ns0="http://schemas.openxmlformats.org/drawingml/2006/main" action="ppaction://media"/>
          </p:cNvPr>
          <p:cNvPicPr>
            <a:picLocks xmlns:a="http://schemas.openxmlformats.org/drawingml/2006/main" noChangeAspect="1"/>
          </p:cNvPicPr>
          <p:nvPr>
            <ns0:videoFile xmlns:ns0="http://schemas.openxmlformats.org/drawingml/2006/main" xmlns:ns1="http://schemas.openxmlformats.org/officeDocument/2006/relationships" ns1:link="rIdDemoVideo"/>
            <p:extLst>
              <p:ext uri="{DAA4B4D4-6D71-4841-9C94-3DE7FCFB9230}">
                <ns0:media xmlns:ns0="http://schemas.microsoft.com/office/powerpoint/2010/main" xmlns:ns1="http://schemas.openxmlformats.org/officeDocument/2006/relationships" ns1:embed="rIdDemoMedia"/>
              </p:ext>
            </p:extLst>
          </p:nvPr>
        </p:nvPicPr>
        <p:blipFill>
          <a:blip xmlns:r="http://schemas.openxmlformats.org/officeDocument/2006/relationships" xmlns:a="http://schemas.openxmlformats.org/drawingml/2006/main" r:embed="R7311fbf1985347df"/>
          <a:stretch xmlns:a="http://schemas.openxmlformats.org/drawingml/2006/main"/>
        </p:blipFill>
        <p:spPr>
          <a:xfrm xmlns:a="http://schemas.openxmlformats.org/drawingml/2006/main">
            <a:off x="666750" y="1457854"/>
            <a:ext cx="2095500" cy="4656667"/>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12B521C-A89E-430E-A787-62A2704B72B9}"/>
              </a:ext>
            </a:extLst>
          </p:cNvPr>
          <p:cNvSpPr>
            <a:spLocks xmlns:a="http://schemas.openxmlformats.org/drawingml/2006/main" noGrp="1"/>
          </p:cNvSpPr>
          <p:nvPr/>
        </p:nvSpPr>
        <p:spPr>
          <a:xfrm xmlns:a="http://schemas.openxmlformats.org/drawingml/2006/main">
            <a:off x="3333750" y="1571625"/>
            <a:ext cx="7810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52B25"/>
                </a:solidFill>
                <a:latin typeface="Arial"/>
                <a:ea typeface="Arial"/>
                <a:cs typeface="Arial"/>
              </a:defRPr>
            </a:defPPr>
            <a:lvl1pPr>
              <a:defRPr sz="2175" b="1">
                <a:solidFill>
                  <a:srgbClr val="152B25"/>
                </a:solidFill>
                <a:latin typeface="Arial"/>
                <a:ea typeface="Arial"/>
                <a:cs typeface="Arial"/>
              </a:defRPr>
            </a:lvl1pPr>
            <a:lvl2pPr>
              <a:defRPr sz="2175" b="1">
                <a:solidFill>
                  <a:srgbClr val="152B25"/>
                </a:solidFill>
                <a:latin typeface="Arial"/>
                <a:ea typeface="Arial"/>
                <a:cs typeface="Arial"/>
              </a:defRPr>
            </a:lvl2pPr>
            <a:lvl3pPr>
              <a:defRPr sz="2175" b="1">
                <a:solidFill>
                  <a:srgbClr val="152B25"/>
                </a:solidFill>
                <a:latin typeface="Arial"/>
                <a:ea typeface="Arial"/>
                <a:cs typeface="Arial"/>
              </a:defRPr>
            </a:lvl3pPr>
            <a:lvl4pPr>
              <a:defRPr sz="2175" b="1">
                <a:solidFill>
                  <a:srgbClr val="152B25"/>
                </a:solidFill>
                <a:latin typeface="Arial"/>
                <a:ea typeface="Arial"/>
                <a:cs typeface="Arial"/>
              </a:defRPr>
            </a:lvl4pPr>
            <a:lvl5pPr>
              <a:defRPr sz="2175" b="1">
                <a:solidFill>
                  <a:srgbClr val="152B25"/>
                </a:solidFill>
                <a:latin typeface="Arial"/>
                <a:ea typeface="Arial"/>
                <a:cs typeface="Arial"/>
              </a:defRPr>
            </a:lvl5pPr>
            <a:lvl6pPr>
              <a:defRPr sz="2175" b="1">
                <a:solidFill>
                  <a:srgbClr val="152B25"/>
                </a:solidFill>
                <a:latin typeface="Arial"/>
                <a:ea typeface="Arial"/>
                <a:cs typeface="Arial"/>
              </a:defRPr>
            </a:lvl6pPr>
            <a:lvl7pPr>
              <a:defRPr sz="2175" b="1">
                <a:solidFill>
                  <a:srgbClr val="152B25"/>
                </a:solidFill>
                <a:latin typeface="Arial"/>
                <a:ea typeface="Arial"/>
                <a:cs typeface="Arial"/>
              </a:defRPr>
            </a:lvl7pPr>
            <a:lvl8pPr>
              <a:defRPr sz="2175" b="1">
                <a:solidFill>
                  <a:srgbClr val="152B25"/>
                </a:solidFill>
                <a:latin typeface="Arial"/>
                <a:ea typeface="Arial"/>
                <a:cs typeface="Arial"/>
              </a:defRPr>
            </a:lvl8pPr>
            <a:lvl9pPr>
              <a:defRPr sz="2175" b="1">
                <a:solidFill>
                  <a:srgbClr val="152B25"/>
                </a:solidFill>
                <a:latin typeface="Arial"/>
                <a:ea typeface="Arial"/>
                <a:cs typeface="Arial"/>
              </a:defRPr>
            </a:lvl9pPr>
          </a:lstStyle>
          <a:p xmlns:a="http://schemas.openxmlformats.org/drawingml/2006/main">
            <a:pPr>
              <a:defRPr sz="2175" b="1">
                <a:solidFill>
                  <a:srgbClr val="152B25"/>
                </a:solidFill>
                <a:latin typeface="Arial"/>
                <a:ea typeface="Arial"/>
                <a:cs typeface="Arial"/>
              </a:defRPr>
            </a:pPr>
            <a:r>
              <a:rPr sz="2175" b="1">
                <a:solidFill>
                  <a:srgbClr val="152B25"/>
                </a:solidFill>
                <a:latin typeface="Arial"/>
                <a:ea typeface="Arial"/>
                <a:cs typeface="Arial"/>
              </a:rPr>
              <a:t>Click the video to play</a:t>
            </a:r>
          </a:p>
        </p:txBody>
      </p:sp>
      <p:sp>
        <p:nvSpPr>
          <p:cNvPr id="6" name="">
            <a:extLst xmlns:a="http://schemas.openxmlformats.org/drawingml/2006/main">
              <a:ext uri="{FF2B5EF4-FFF2-40B4-BE49-F238E27FC236}">
                <a16:creationId xmlns:a16="http://schemas.microsoft.com/office/drawing/2014/main" id="{6B5D41E7-39DE-41A7-8988-F296155F031E}"/>
              </a:ext>
            </a:extLst>
          </p:cNvPr>
          <p:cNvSpPr>
            <a:spLocks xmlns:a="http://schemas.openxmlformats.org/drawingml/2006/main" noGrp="1"/>
          </p:cNvSpPr>
          <p:nvPr/>
        </p:nvSpPr>
        <p:spPr>
          <a:xfrm xmlns:a="http://schemas.openxmlformats.org/drawingml/2006/main">
            <a:off x="3333750" y="2286000"/>
            <a:ext cx="7905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defRPr sz="2100" b="0">
                <a:solidFill>
                  <a:srgbClr val="152B25"/>
                </a:solidFill>
                <a:latin typeface="Arial"/>
                <a:ea typeface="Arial"/>
                <a:cs typeface="Arial"/>
              </a:defRPr>
            </a:lvl1pPr>
            <a:lvl2pPr>
              <a:defRPr sz="2100" b="0">
                <a:solidFill>
                  <a:srgbClr val="152B25"/>
                </a:solidFill>
                <a:latin typeface="Arial"/>
                <a:ea typeface="Arial"/>
                <a:cs typeface="Arial"/>
              </a:defRPr>
            </a:lvl2pPr>
            <a:lvl3pPr>
              <a:defRPr sz="2100" b="0">
                <a:solidFill>
                  <a:srgbClr val="152B25"/>
                </a:solidFill>
                <a:latin typeface="Arial"/>
                <a:ea typeface="Arial"/>
                <a:cs typeface="Arial"/>
              </a:defRPr>
            </a:lvl3pPr>
            <a:lvl4pPr>
              <a:defRPr sz="2100" b="0">
                <a:solidFill>
                  <a:srgbClr val="152B25"/>
                </a:solidFill>
                <a:latin typeface="Arial"/>
                <a:ea typeface="Arial"/>
                <a:cs typeface="Arial"/>
              </a:defRPr>
            </a:lvl4pPr>
            <a:lvl5pPr>
              <a:defRPr sz="2100" b="0">
                <a:solidFill>
                  <a:srgbClr val="152B25"/>
                </a:solidFill>
                <a:latin typeface="Arial"/>
                <a:ea typeface="Arial"/>
                <a:cs typeface="Arial"/>
              </a:defRPr>
            </a:lvl5pPr>
            <a:lvl6pPr>
              <a:defRPr sz="2100" b="0">
                <a:solidFill>
                  <a:srgbClr val="152B25"/>
                </a:solidFill>
                <a:latin typeface="Arial"/>
                <a:ea typeface="Arial"/>
                <a:cs typeface="Arial"/>
              </a:defRPr>
            </a:lvl6pPr>
            <a:lvl7pPr>
              <a:defRPr sz="2100" b="0">
                <a:solidFill>
                  <a:srgbClr val="152B25"/>
                </a:solidFill>
                <a:latin typeface="Arial"/>
                <a:ea typeface="Arial"/>
                <a:cs typeface="Arial"/>
              </a:defRPr>
            </a:lvl7pPr>
            <a:lvl8pPr>
              <a:defRPr sz="2100" b="0">
                <a:solidFill>
                  <a:srgbClr val="152B25"/>
                </a:solidFill>
                <a:latin typeface="Arial"/>
                <a:ea typeface="Arial"/>
                <a:cs typeface="Arial"/>
              </a:defRPr>
            </a:lvl8pPr>
            <a:lvl9pPr>
              <a:defRPr sz="2100" b="0">
                <a:solidFill>
                  <a:srgbClr val="152B25"/>
                </a:solidFill>
                <a:latin typeface="Arial"/>
                <a:ea typeface="Arial"/>
                <a:cs typeface="Arial"/>
              </a:defRPr>
            </a:lvl9pPr>
          </a:lstStyle>
          <a:p xmlns:a="http://schemas.openxmlformats.org/drawingml/2006/main">
            <a:pPr>
              <a:defRPr sz="2100" b="0">
                <a:solidFill>
                  <a:srgbClr val="152B25"/>
                </a:solidFill>
                <a:latin typeface="Arial"/>
                <a:ea typeface="Arial"/>
                <a:cs typeface="Arial"/>
              </a:defRPr>
            </a:pPr>
            <a:r>
              <a:rPr sz="2100" b="0">
                <a:solidFill>
                  <a:srgbClr val="152B25"/>
                </a:solidFill>
                <a:latin typeface="Arial"/>
                <a:ea typeface="Arial"/>
                <a:cs typeface="Arial"/>
              </a:rPr>
              <a:t>1. Create a fictional meal with an estimated price.</a:t>
            </a:r>
          </a:p>
        </p:txBody>
      </p:sp>
      <p:sp>
        <p:nvSpPr>
          <p:cNvPr id="7" name="">
            <a:extLst xmlns:a="http://schemas.openxmlformats.org/drawingml/2006/main">
              <a:ext uri="{FF2B5EF4-FFF2-40B4-BE49-F238E27FC236}">
                <a16:creationId xmlns:a16="http://schemas.microsoft.com/office/drawing/2014/main" id="{24311096-787F-4CC2-924D-CAD700EFFDFD}"/>
              </a:ext>
            </a:extLst>
          </p:cNvPr>
          <p:cNvSpPr>
            <a:spLocks xmlns:a="http://schemas.openxmlformats.org/drawingml/2006/main" noGrp="1"/>
          </p:cNvSpPr>
          <p:nvPr/>
        </p:nvSpPr>
        <p:spPr>
          <a:xfrm xmlns:a="http://schemas.openxmlformats.org/drawingml/2006/main">
            <a:off x="3333750" y="3352800"/>
            <a:ext cx="7905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defRPr sz="2100" b="0">
                <a:solidFill>
                  <a:srgbClr val="152B25"/>
                </a:solidFill>
                <a:latin typeface="Arial"/>
                <a:ea typeface="Arial"/>
                <a:cs typeface="Arial"/>
              </a:defRPr>
            </a:lvl1pPr>
            <a:lvl2pPr>
              <a:defRPr sz="2100" b="0">
                <a:solidFill>
                  <a:srgbClr val="152B25"/>
                </a:solidFill>
                <a:latin typeface="Arial"/>
                <a:ea typeface="Arial"/>
                <a:cs typeface="Arial"/>
              </a:defRPr>
            </a:lvl2pPr>
            <a:lvl3pPr>
              <a:defRPr sz="2100" b="0">
                <a:solidFill>
                  <a:srgbClr val="152B25"/>
                </a:solidFill>
                <a:latin typeface="Arial"/>
                <a:ea typeface="Arial"/>
                <a:cs typeface="Arial"/>
              </a:defRPr>
            </a:lvl3pPr>
            <a:lvl4pPr>
              <a:defRPr sz="2100" b="0">
                <a:solidFill>
                  <a:srgbClr val="152B25"/>
                </a:solidFill>
                <a:latin typeface="Arial"/>
                <a:ea typeface="Arial"/>
                <a:cs typeface="Arial"/>
              </a:defRPr>
            </a:lvl4pPr>
            <a:lvl5pPr>
              <a:defRPr sz="2100" b="0">
                <a:solidFill>
                  <a:srgbClr val="152B25"/>
                </a:solidFill>
                <a:latin typeface="Arial"/>
                <a:ea typeface="Arial"/>
                <a:cs typeface="Arial"/>
              </a:defRPr>
            </a:lvl5pPr>
            <a:lvl6pPr>
              <a:defRPr sz="2100" b="0">
                <a:solidFill>
                  <a:srgbClr val="152B25"/>
                </a:solidFill>
                <a:latin typeface="Arial"/>
                <a:ea typeface="Arial"/>
                <a:cs typeface="Arial"/>
              </a:defRPr>
            </a:lvl6pPr>
            <a:lvl7pPr>
              <a:defRPr sz="2100" b="0">
                <a:solidFill>
                  <a:srgbClr val="152B25"/>
                </a:solidFill>
                <a:latin typeface="Arial"/>
                <a:ea typeface="Arial"/>
                <a:cs typeface="Arial"/>
              </a:defRPr>
            </a:lvl7pPr>
            <a:lvl8pPr>
              <a:defRPr sz="2100" b="0">
                <a:solidFill>
                  <a:srgbClr val="152B25"/>
                </a:solidFill>
                <a:latin typeface="Arial"/>
                <a:ea typeface="Arial"/>
                <a:cs typeface="Arial"/>
              </a:defRPr>
            </a:lvl8pPr>
            <a:lvl9pPr>
              <a:defRPr sz="2100" b="0">
                <a:solidFill>
                  <a:srgbClr val="152B25"/>
                </a:solidFill>
                <a:latin typeface="Arial"/>
                <a:ea typeface="Arial"/>
                <a:cs typeface="Arial"/>
              </a:defRPr>
            </a:lvl9pPr>
          </a:lstStyle>
          <a:p xmlns:a="http://schemas.openxmlformats.org/drawingml/2006/main">
            <a:pPr>
              <a:defRPr sz="2100" b="0">
                <a:solidFill>
                  <a:srgbClr val="152B25"/>
                </a:solidFill>
                <a:latin typeface="Arial"/>
                <a:ea typeface="Arial"/>
                <a:cs typeface="Arial"/>
              </a:defRPr>
            </a:pPr>
            <a:r>
              <a:rPr sz="2100" b="0">
                <a:solidFill>
                  <a:srgbClr val="152B25"/>
                </a:solidFill>
                <a:latin typeface="Arial"/>
                <a:ea typeface="Arial"/>
                <a:cs typeface="Arial"/>
              </a:rPr>
              <a:t>2. Find it in the catalog and edit the price.</a:t>
            </a:r>
          </a:p>
        </p:txBody>
      </p:sp>
      <p:sp>
        <p:nvSpPr>
          <p:cNvPr id="8" name="">
            <a:extLst xmlns:a="http://schemas.openxmlformats.org/drawingml/2006/main">
              <a:ext uri="{FF2B5EF4-FFF2-40B4-BE49-F238E27FC236}">
                <a16:creationId xmlns:a16="http://schemas.microsoft.com/office/drawing/2014/main" id="{F357CB7A-4A44-4238-B9C2-9190580B0F08}"/>
              </a:ext>
            </a:extLst>
          </p:cNvPr>
          <p:cNvSpPr>
            <a:spLocks xmlns:a="http://schemas.openxmlformats.org/drawingml/2006/main" noGrp="1"/>
          </p:cNvSpPr>
          <p:nvPr/>
        </p:nvSpPr>
        <p:spPr>
          <a:xfrm xmlns:a="http://schemas.openxmlformats.org/drawingml/2006/main">
            <a:off x="3333750" y="4419600"/>
            <a:ext cx="7905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defRPr sz="2100" b="0">
                <a:solidFill>
                  <a:srgbClr val="152B25"/>
                </a:solidFill>
                <a:latin typeface="Arial"/>
                <a:ea typeface="Arial"/>
                <a:cs typeface="Arial"/>
              </a:defRPr>
            </a:lvl1pPr>
            <a:lvl2pPr>
              <a:defRPr sz="2100" b="0">
                <a:solidFill>
                  <a:srgbClr val="152B25"/>
                </a:solidFill>
                <a:latin typeface="Arial"/>
                <a:ea typeface="Arial"/>
                <a:cs typeface="Arial"/>
              </a:defRPr>
            </a:lvl2pPr>
            <a:lvl3pPr>
              <a:defRPr sz="2100" b="0">
                <a:solidFill>
                  <a:srgbClr val="152B25"/>
                </a:solidFill>
                <a:latin typeface="Arial"/>
                <a:ea typeface="Arial"/>
                <a:cs typeface="Arial"/>
              </a:defRPr>
            </a:lvl3pPr>
            <a:lvl4pPr>
              <a:defRPr sz="2100" b="0">
                <a:solidFill>
                  <a:srgbClr val="152B25"/>
                </a:solidFill>
                <a:latin typeface="Arial"/>
                <a:ea typeface="Arial"/>
                <a:cs typeface="Arial"/>
              </a:defRPr>
            </a:lvl4pPr>
            <a:lvl5pPr>
              <a:defRPr sz="2100" b="0">
                <a:solidFill>
                  <a:srgbClr val="152B25"/>
                </a:solidFill>
                <a:latin typeface="Arial"/>
                <a:ea typeface="Arial"/>
                <a:cs typeface="Arial"/>
              </a:defRPr>
            </a:lvl5pPr>
            <a:lvl6pPr>
              <a:defRPr sz="2100" b="0">
                <a:solidFill>
                  <a:srgbClr val="152B25"/>
                </a:solidFill>
                <a:latin typeface="Arial"/>
                <a:ea typeface="Arial"/>
                <a:cs typeface="Arial"/>
              </a:defRPr>
            </a:lvl6pPr>
            <a:lvl7pPr>
              <a:defRPr sz="2100" b="0">
                <a:solidFill>
                  <a:srgbClr val="152B25"/>
                </a:solidFill>
                <a:latin typeface="Arial"/>
                <a:ea typeface="Arial"/>
                <a:cs typeface="Arial"/>
              </a:defRPr>
            </a:lvl7pPr>
            <a:lvl8pPr>
              <a:defRPr sz="2100" b="0">
                <a:solidFill>
                  <a:srgbClr val="152B25"/>
                </a:solidFill>
                <a:latin typeface="Arial"/>
                <a:ea typeface="Arial"/>
                <a:cs typeface="Arial"/>
              </a:defRPr>
            </a:lvl8pPr>
            <a:lvl9pPr>
              <a:defRPr sz="2100" b="0">
                <a:solidFill>
                  <a:srgbClr val="152B25"/>
                </a:solidFill>
                <a:latin typeface="Arial"/>
                <a:ea typeface="Arial"/>
                <a:cs typeface="Arial"/>
              </a:defRPr>
            </a:lvl9pPr>
          </a:lstStyle>
          <a:p xmlns:a="http://schemas.openxmlformats.org/drawingml/2006/main">
            <a:pPr>
              <a:defRPr sz="2100" b="0">
                <a:solidFill>
                  <a:srgbClr val="152B25"/>
                </a:solidFill>
                <a:latin typeface="Arial"/>
                <a:ea typeface="Arial"/>
                <a:cs typeface="Arial"/>
              </a:defRPr>
            </a:pPr>
            <a:r>
              <a:rPr sz="2100" b="0">
                <a:solidFill>
                  <a:srgbClr val="152B25"/>
                </a:solidFill>
                <a:latin typeface="Arial"/>
                <a:ea typeface="Arial"/>
                <a:cs typeface="Arial"/>
              </a:rPr>
              <a:t>3. Delete the unlinked demo meal after confirmation.</a:t>
            </a:r>
          </a:p>
        </p:txBody>
      </p:sp>
      <p:sp>
        <p:nvSpPr>
          <p:cNvPr id="9" name="">
            <a:extLst xmlns:a="http://schemas.openxmlformats.org/drawingml/2006/main">
              <a:ext uri="{FF2B5EF4-FFF2-40B4-BE49-F238E27FC236}">
                <a16:creationId xmlns:a16="http://schemas.microsoft.com/office/drawing/2014/main" id="{03BAF259-4E55-4779-920C-C7177786B841}"/>
              </a:ext>
            </a:extLst>
          </p:cNvPr>
          <p:cNvSpPr>
            <a:spLocks xmlns:a="http://schemas.openxmlformats.org/drawingml/2006/main" noGrp="1"/>
          </p:cNvSpPr>
          <p:nvPr/>
        </p:nvSpPr>
        <p:spPr>
          <a:xfrm xmlns:a="http://schemas.openxmlformats.org/drawingml/2006/main">
            <a:off x="3333750" y="5667375"/>
            <a:ext cx="781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B6259"/>
                </a:solidFill>
                <a:latin typeface="Arial"/>
                <a:ea typeface="Arial"/>
                <a:cs typeface="Arial"/>
              </a:defRPr>
            </a:defPPr>
            <a:lvl1pPr>
              <a:defRPr sz="1500" b="0">
                <a:solidFill>
                  <a:srgbClr val="4B6259"/>
                </a:solidFill>
                <a:latin typeface="Arial"/>
                <a:ea typeface="Arial"/>
                <a:cs typeface="Arial"/>
              </a:defRPr>
            </a:lvl1pPr>
            <a:lvl2pPr>
              <a:defRPr sz="1500" b="0">
                <a:solidFill>
                  <a:srgbClr val="4B6259"/>
                </a:solidFill>
                <a:latin typeface="Arial"/>
                <a:ea typeface="Arial"/>
                <a:cs typeface="Arial"/>
              </a:defRPr>
            </a:lvl2pPr>
            <a:lvl3pPr>
              <a:defRPr sz="1500" b="0">
                <a:solidFill>
                  <a:srgbClr val="4B6259"/>
                </a:solidFill>
                <a:latin typeface="Arial"/>
                <a:ea typeface="Arial"/>
                <a:cs typeface="Arial"/>
              </a:defRPr>
            </a:lvl3pPr>
            <a:lvl4pPr>
              <a:defRPr sz="1500" b="0">
                <a:solidFill>
                  <a:srgbClr val="4B6259"/>
                </a:solidFill>
                <a:latin typeface="Arial"/>
                <a:ea typeface="Arial"/>
                <a:cs typeface="Arial"/>
              </a:defRPr>
            </a:lvl4pPr>
            <a:lvl5pPr>
              <a:defRPr sz="1500" b="0">
                <a:solidFill>
                  <a:srgbClr val="4B6259"/>
                </a:solidFill>
                <a:latin typeface="Arial"/>
                <a:ea typeface="Arial"/>
                <a:cs typeface="Arial"/>
              </a:defRPr>
            </a:lvl5pPr>
            <a:lvl6pPr>
              <a:defRPr sz="1500" b="0">
                <a:solidFill>
                  <a:srgbClr val="4B6259"/>
                </a:solidFill>
                <a:latin typeface="Arial"/>
                <a:ea typeface="Arial"/>
                <a:cs typeface="Arial"/>
              </a:defRPr>
            </a:lvl6pPr>
            <a:lvl7pPr>
              <a:defRPr sz="1500" b="0">
                <a:solidFill>
                  <a:srgbClr val="4B6259"/>
                </a:solidFill>
                <a:latin typeface="Arial"/>
                <a:ea typeface="Arial"/>
                <a:cs typeface="Arial"/>
              </a:defRPr>
            </a:lvl7pPr>
            <a:lvl8pPr>
              <a:defRPr sz="1500" b="0">
                <a:solidFill>
                  <a:srgbClr val="4B6259"/>
                </a:solidFill>
                <a:latin typeface="Arial"/>
                <a:ea typeface="Arial"/>
                <a:cs typeface="Arial"/>
              </a:defRPr>
            </a:lvl8pPr>
            <a:lvl9pPr>
              <a:defRPr sz="1500" b="0">
                <a:solidFill>
                  <a:srgbClr val="4B6259"/>
                </a:solidFill>
                <a:latin typeface="Arial"/>
                <a:ea typeface="Arial"/>
                <a:cs typeface="Arial"/>
              </a:defRPr>
            </a:lvl9pPr>
          </a:lstStyle>
          <a:p xmlns:a="http://schemas.openxmlformats.org/drawingml/2006/main">
            <a:pPr>
              <a:defRPr sz="1500" b="0">
                <a:solidFill>
                  <a:srgbClr val="4B6259"/>
                </a:solidFill>
                <a:latin typeface="Arial"/>
                <a:ea typeface="Arial"/>
                <a:cs typeface="Arial"/>
              </a:defRPr>
            </a:pPr>
            <a:r>
              <a:rPr sz="1500" b="0">
                <a:solidFill>
                  <a:srgbClr val="4B6259"/>
                </a:solidFill>
                <a:latin typeface="Arial"/>
                <a:ea typeface="Arial"/>
                <a:cs typeface="Arial"/>
              </a:rPr>
              <a:t>Recorded from the Android release app • fictional demo data</a:t>
            </a:r>
          </a:p>
        </p:txBody>
      </p:sp>
    </p:spTree>
    <p:extLst>
      <p:ext uri="{BB962C8B-B14F-4D97-AF65-F5344CB8AC3E}">
        <p14:creationId xmlns:p14="http://schemas.microsoft.com/office/powerpoint/2010/main" val="1211502901"/>
      </p:ext>
    </p:extLst>
  </p:cSld>
  <p:timing>
    <p:tnLst>
      <p:par>
        <p:cTn id="1" dur="indefinite" restart="never" nodeType="tmRoot">
          <p:childTnLst>
            <p:video fullScrn="1">
              <p:cMediaNode vol="80000">
                <p:cTn id="2" fill="hold" display="0">
                  <p:stCondLst>
                    <p:cond delay="indefinite"/>
                  </p:stCondLst>
                </p:cTn>
                <p:tgtEl>
                  <p:spTgt spid="4"/>
                </p:tgtEl>
              </p:cMediaNode>
            </p:video>
          </p:childTnLst>
        </p:cTn>
      </p:par>
    </p:tnLst>
  </p:timing>
  <p:transition spd="med">
    <p:fade/>
  </p:transition>
</p:sld>
</file>

<file path=ppt/slides/slide14.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B0C92F5-503C-4BA0-AA23-D12CF0994CDD}"/>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Demo 2: Purchase log</a:t>
            </a:r>
          </a:p>
        </p:txBody>
      </p:sp>
      <p:sp>
        <p:nvSpPr>
          <p:cNvPr id="2" name="">
            <a:extLst xmlns:a="http://schemas.openxmlformats.org/drawingml/2006/main">
              <a:ext uri="{FF2B5EF4-FFF2-40B4-BE49-F238E27FC236}">
                <a16:creationId xmlns:a16="http://schemas.microsoft.com/office/drawing/2014/main" id="{623F8A75-8E7B-413B-9E39-27E7D5C838E1}"/>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CA125704-F466-41F4-AC47-DF56F1912C7A}"/>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14</a:t>
            </a:r>
          </a:p>
        </p:txBody>
      </p:sp>
      <p:pic>
        <p:nvPicPr>
          <p:cNvPr id="4" name="Demo_2_Purchase_History.mp4" descr="Embedded silent recording of the actual Android emulator; fictional demo data">
            <a:extLst xmlns:a="http://schemas.openxmlformats.org/drawingml/2006/main">
              <a:ext uri="{FF2B5EF4-FFF2-40B4-BE49-F238E27FC236}">
                <a16:creationId xmlns:a16="http://schemas.microsoft.com/office/drawing/2014/main" id="{92ADA989-F65B-4C7A-9E69-3CDCB4B2A12E}"/>
              </a:ext>
            </a:extLst>
            <ns0:hlinkClick xmlns:ns0="http://schemas.openxmlformats.org/drawingml/2006/main" action="ppaction://media"/>
          </p:cNvPr>
          <p:cNvPicPr>
            <a:picLocks xmlns:a="http://schemas.openxmlformats.org/drawingml/2006/main" noChangeAspect="1"/>
          </p:cNvPicPr>
          <p:nvPr>
            <ns0:videoFile xmlns:ns0="http://schemas.openxmlformats.org/drawingml/2006/main" xmlns:ns1="http://schemas.openxmlformats.org/officeDocument/2006/relationships" ns1:link="rIdDemoVideo"/>
            <p:extLst>
              <p:ext uri="{DAA4B4D4-6D71-4841-9C94-3DE7FCFB9230}">
                <ns0:media xmlns:ns0="http://schemas.microsoft.com/office/powerpoint/2010/main" xmlns:ns1="http://schemas.openxmlformats.org/officeDocument/2006/relationships" ns1:embed="rIdDemoMedia"/>
              </p:ext>
            </p:extLst>
          </p:nvPr>
        </p:nvPicPr>
        <p:blipFill>
          <a:blip xmlns:r="http://schemas.openxmlformats.org/officeDocument/2006/relationships" xmlns:a="http://schemas.openxmlformats.org/drawingml/2006/main" r:embed="R845227672dea4a60"/>
          <a:stretch xmlns:a="http://schemas.openxmlformats.org/drawingml/2006/main"/>
        </p:blipFill>
        <p:spPr>
          <a:xfrm xmlns:a="http://schemas.openxmlformats.org/drawingml/2006/main">
            <a:off x="666750" y="1457854"/>
            <a:ext cx="2095500" cy="4656667"/>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C95FE76-D2E4-45D9-915A-08B3FE9BDEAB}"/>
              </a:ext>
            </a:extLst>
          </p:cNvPr>
          <p:cNvSpPr>
            <a:spLocks xmlns:a="http://schemas.openxmlformats.org/drawingml/2006/main" noGrp="1"/>
          </p:cNvSpPr>
          <p:nvPr/>
        </p:nvSpPr>
        <p:spPr>
          <a:xfrm xmlns:a="http://schemas.openxmlformats.org/drawingml/2006/main">
            <a:off x="3333750" y="1571625"/>
            <a:ext cx="7810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52B25"/>
                </a:solidFill>
                <a:latin typeface="Arial"/>
                <a:ea typeface="Arial"/>
                <a:cs typeface="Arial"/>
              </a:defRPr>
            </a:defPPr>
            <a:lvl1pPr>
              <a:defRPr sz="2175" b="1">
                <a:solidFill>
                  <a:srgbClr val="152B25"/>
                </a:solidFill>
                <a:latin typeface="Arial"/>
                <a:ea typeface="Arial"/>
                <a:cs typeface="Arial"/>
              </a:defRPr>
            </a:lvl1pPr>
            <a:lvl2pPr>
              <a:defRPr sz="2175" b="1">
                <a:solidFill>
                  <a:srgbClr val="152B25"/>
                </a:solidFill>
                <a:latin typeface="Arial"/>
                <a:ea typeface="Arial"/>
                <a:cs typeface="Arial"/>
              </a:defRPr>
            </a:lvl2pPr>
            <a:lvl3pPr>
              <a:defRPr sz="2175" b="1">
                <a:solidFill>
                  <a:srgbClr val="152B25"/>
                </a:solidFill>
                <a:latin typeface="Arial"/>
                <a:ea typeface="Arial"/>
                <a:cs typeface="Arial"/>
              </a:defRPr>
            </a:lvl3pPr>
            <a:lvl4pPr>
              <a:defRPr sz="2175" b="1">
                <a:solidFill>
                  <a:srgbClr val="152B25"/>
                </a:solidFill>
                <a:latin typeface="Arial"/>
                <a:ea typeface="Arial"/>
                <a:cs typeface="Arial"/>
              </a:defRPr>
            </a:lvl4pPr>
            <a:lvl5pPr>
              <a:defRPr sz="2175" b="1">
                <a:solidFill>
                  <a:srgbClr val="152B25"/>
                </a:solidFill>
                <a:latin typeface="Arial"/>
                <a:ea typeface="Arial"/>
                <a:cs typeface="Arial"/>
              </a:defRPr>
            </a:lvl5pPr>
            <a:lvl6pPr>
              <a:defRPr sz="2175" b="1">
                <a:solidFill>
                  <a:srgbClr val="152B25"/>
                </a:solidFill>
                <a:latin typeface="Arial"/>
                <a:ea typeface="Arial"/>
                <a:cs typeface="Arial"/>
              </a:defRPr>
            </a:lvl6pPr>
            <a:lvl7pPr>
              <a:defRPr sz="2175" b="1">
                <a:solidFill>
                  <a:srgbClr val="152B25"/>
                </a:solidFill>
                <a:latin typeface="Arial"/>
                <a:ea typeface="Arial"/>
                <a:cs typeface="Arial"/>
              </a:defRPr>
            </a:lvl7pPr>
            <a:lvl8pPr>
              <a:defRPr sz="2175" b="1">
                <a:solidFill>
                  <a:srgbClr val="152B25"/>
                </a:solidFill>
                <a:latin typeface="Arial"/>
                <a:ea typeface="Arial"/>
                <a:cs typeface="Arial"/>
              </a:defRPr>
            </a:lvl8pPr>
            <a:lvl9pPr>
              <a:defRPr sz="2175" b="1">
                <a:solidFill>
                  <a:srgbClr val="152B25"/>
                </a:solidFill>
                <a:latin typeface="Arial"/>
                <a:ea typeface="Arial"/>
                <a:cs typeface="Arial"/>
              </a:defRPr>
            </a:lvl9pPr>
          </a:lstStyle>
          <a:p xmlns:a="http://schemas.openxmlformats.org/drawingml/2006/main">
            <a:pPr>
              <a:defRPr sz="2175" b="1">
                <a:solidFill>
                  <a:srgbClr val="152B25"/>
                </a:solidFill>
                <a:latin typeface="Arial"/>
                <a:ea typeface="Arial"/>
                <a:cs typeface="Arial"/>
              </a:defRPr>
            </a:pPr>
            <a:r>
              <a:rPr sz="2175" b="1">
                <a:solidFill>
                  <a:srgbClr val="152B25"/>
                </a:solidFill>
                <a:latin typeface="Arial"/>
                <a:ea typeface="Arial"/>
                <a:cs typeface="Arial"/>
              </a:rPr>
              <a:t>Click the video to play</a:t>
            </a:r>
          </a:p>
        </p:txBody>
      </p:sp>
      <p:sp>
        <p:nvSpPr>
          <p:cNvPr id="6" name="">
            <a:extLst xmlns:a="http://schemas.openxmlformats.org/drawingml/2006/main">
              <a:ext uri="{FF2B5EF4-FFF2-40B4-BE49-F238E27FC236}">
                <a16:creationId xmlns:a16="http://schemas.microsoft.com/office/drawing/2014/main" id="{F7EB17C0-0920-4F01-A1E6-C5AC55E93B3C}"/>
              </a:ext>
            </a:extLst>
          </p:cNvPr>
          <p:cNvSpPr>
            <a:spLocks xmlns:a="http://schemas.openxmlformats.org/drawingml/2006/main" noGrp="1"/>
          </p:cNvSpPr>
          <p:nvPr/>
        </p:nvSpPr>
        <p:spPr>
          <a:xfrm xmlns:a="http://schemas.openxmlformats.org/drawingml/2006/main">
            <a:off x="3333750" y="2286000"/>
            <a:ext cx="7905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defRPr sz="2100" b="0">
                <a:solidFill>
                  <a:srgbClr val="152B25"/>
                </a:solidFill>
                <a:latin typeface="Arial"/>
                <a:ea typeface="Arial"/>
                <a:cs typeface="Arial"/>
              </a:defRPr>
            </a:lvl1pPr>
            <a:lvl2pPr>
              <a:defRPr sz="2100" b="0">
                <a:solidFill>
                  <a:srgbClr val="152B25"/>
                </a:solidFill>
                <a:latin typeface="Arial"/>
                <a:ea typeface="Arial"/>
                <a:cs typeface="Arial"/>
              </a:defRPr>
            </a:lvl2pPr>
            <a:lvl3pPr>
              <a:defRPr sz="2100" b="0">
                <a:solidFill>
                  <a:srgbClr val="152B25"/>
                </a:solidFill>
                <a:latin typeface="Arial"/>
                <a:ea typeface="Arial"/>
                <a:cs typeface="Arial"/>
              </a:defRPr>
            </a:lvl3pPr>
            <a:lvl4pPr>
              <a:defRPr sz="2100" b="0">
                <a:solidFill>
                  <a:srgbClr val="152B25"/>
                </a:solidFill>
                <a:latin typeface="Arial"/>
                <a:ea typeface="Arial"/>
                <a:cs typeface="Arial"/>
              </a:defRPr>
            </a:lvl4pPr>
            <a:lvl5pPr>
              <a:defRPr sz="2100" b="0">
                <a:solidFill>
                  <a:srgbClr val="152B25"/>
                </a:solidFill>
                <a:latin typeface="Arial"/>
                <a:ea typeface="Arial"/>
                <a:cs typeface="Arial"/>
              </a:defRPr>
            </a:lvl5pPr>
            <a:lvl6pPr>
              <a:defRPr sz="2100" b="0">
                <a:solidFill>
                  <a:srgbClr val="152B25"/>
                </a:solidFill>
                <a:latin typeface="Arial"/>
                <a:ea typeface="Arial"/>
                <a:cs typeface="Arial"/>
              </a:defRPr>
            </a:lvl6pPr>
            <a:lvl7pPr>
              <a:defRPr sz="2100" b="0">
                <a:solidFill>
                  <a:srgbClr val="152B25"/>
                </a:solidFill>
                <a:latin typeface="Arial"/>
                <a:ea typeface="Arial"/>
                <a:cs typeface="Arial"/>
              </a:defRPr>
            </a:lvl7pPr>
            <a:lvl8pPr>
              <a:defRPr sz="2100" b="0">
                <a:solidFill>
                  <a:srgbClr val="152B25"/>
                </a:solidFill>
                <a:latin typeface="Arial"/>
                <a:ea typeface="Arial"/>
                <a:cs typeface="Arial"/>
              </a:defRPr>
            </a:lvl8pPr>
            <a:lvl9pPr>
              <a:defRPr sz="2100" b="0">
                <a:solidFill>
                  <a:srgbClr val="152B25"/>
                </a:solidFill>
                <a:latin typeface="Arial"/>
                <a:ea typeface="Arial"/>
                <a:cs typeface="Arial"/>
              </a:defRPr>
            </a:lvl9pPr>
          </a:lstStyle>
          <a:p xmlns:a="http://schemas.openxmlformats.org/drawingml/2006/main">
            <a:pPr>
              <a:defRPr sz="2100" b="0">
                <a:solidFill>
                  <a:srgbClr val="152B25"/>
                </a:solidFill>
                <a:latin typeface="Arial"/>
                <a:ea typeface="Arial"/>
                <a:cs typeface="Arial"/>
              </a:defRPr>
            </a:pPr>
            <a:r>
              <a:rPr sz="2100" b="0">
                <a:solidFill>
                  <a:srgbClr val="152B25"/>
                </a:solidFill>
                <a:latin typeface="Arial"/>
                <a:ea typeface="Arial"/>
                <a:cs typeface="Arial"/>
              </a:rPr>
              <a:t>1. Start a plan and save the actual purchase cost.</a:t>
            </a:r>
          </a:p>
        </p:txBody>
      </p:sp>
      <p:sp>
        <p:nvSpPr>
          <p:cNvPr id="7" name="">
            <a:extLst xmlns:a="http://schemas.openxmlformats.org/drawingml/2006/main">
              <a:ext uri="{FF2B5EF4-FFF2-40B4-BE49-F238E27FC236}">
                <a16:creationId xmlns:a16="http://schemas.microsoft.com/office/drawing/2014/main" id="{9069AA25-6B4D-4578-82B1-B74652C2EA6A}"/>
              </a:ext>
            </a:extLst>
          </p:cNvPr>
          <p:cNvSpPr>
            <a:spLocks xmlns:a="http://schemas.openxmlformats.org/drawingml/2006/main" noGrp="1"/>
          </p:cNvSpPr>
          <p:nvPr/>
        </p:nvSpPr>
        <p:spPr>
          <a:xfrm xmlns:a="http://schemas.openxmlformats.org/drawingml/2006/main">
            <a:off x="3333750" y="3352800"/>
            <a:ext cx="7905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defRPr sz="2100" b="0">
                <a:solidFill>
                  <a:srgbClr val="152B25"/>
                </a:solidFill>
                <a:latin typeface="Arial"/>
                <a:ea typeface="Arial"/>
                <a:cs typeface="Arial"/>
              </a:defRPr>
            </a:lvl1pPr>
            <a:lvl2pPr>
              <a:defRPr sz="2100" b="0">
                <a:solidFill>
                  <a:srgbClr val="152B25"/>
                </a:solidFill>
                <a:latin typeface="Arial"/>
                <a:ea typeface="Arial"/>
                <a:cs typeface="Arial"/>
              </a:defRPr>
            </a:lvl2pPr>
            <a:lvl3pPr>
              <a:defRPr sz="2100" b="0">
                <a:solidFill>
                  <a:srgbClr val="152B25"/>
                </a:solidFill>
                <a:latin typeface="Arial"/>
                <a:ea typeface="Arial"/>
                <a:cs typeface="Arial"/>
              </a:defRPr>
            </a:lvl3pPr>
            <a:lvl4pPr>
              <a:defRPr sz="2100" b="0">
                <a:solidFill>
                  <a:srgbClr val="152B25"/>
                </a:solidFill>
                <a:latin typeface="Arial"/>
                <a:ea typeface="Arial"/>
                <a:cs typeface="Arial"/>
              </a:defRPr>
            </a:lvl4pPr>
            <a:lvl5pPr>
              <a:defRPr sz="2100" b="0">
                <a:solidFill>
                  <a:srgbClr val="152B25"/>
                </a:solidFill>
                <a:latin typeface="Arial"/>
                <a:ea typeface="Arial"/>
                <a:cs typeface="Arial"/>
              </a:defRPr>
            </a:lvl5pPr>
            <a:lvl6pPr>
              <a:defRPr sz="2100" b="0">
                <a:solidFill>
                  <a:srgbClr val="152B25"/>
                </a:solidFill>
                <a:latin typeface="Arial"/>
                <a:ea typeface="Arial"/>
                <a:cs typeface="Arial"/>
              </a:defRPr>
            </a:lvl6pPr>
            <a:lvl7pPr>
              <a:defRPr sz="2100" b="0">
                <a:solidFill>
                  <a:srgbClr val="152B25"/>
                </a:solidFill>
                <a:latin typeface="Arial"/>
                <a:ea typeface="Arial"/>
                <a:cs typeface="Arial"/>
              </a:defRPr>
            </a:lvl7pPr>
            <a:lvl8pPr>
              <a:defRPr sz="2100" b="0">
                <a:solidFill>
                  <a:srgbClr val="152B25"/>
                </a:solidFill>
                <a:latin typeface="Arial"/>
                <a:ea typeface="Arial"/>
                <a:cs typeface="Arial"/>
              </a:defRPr>
            </a:lvl8pPr>
            <a:lvl9pPr>
              <a:defRPr sz="2100" b="0">
                <a:solidFill>
                  <a:srgbClr val="152B25"/>
                </a:solidFill>
                <a:latin typeface="Arial"/>
                <a:ea typeface="Arial"/>
                <a:cs typeface="Arial"/>
              </a:defRPr>
            </a:lvl9pPr>
          </a:lstStyle>
          <a:p xmlns:a="http://schemas.openxmlformats.org/drawingml/2006/main">
            <a:pPr>
              <a:defRPr sz="2100" b="0">
                <a:solidFill>
                  <a:srgbClr val="152B25"/>
                </a:solidFill>
                <a:latin typeface="Arial"/>
                <a:ea typeface="Arial"/>
                <a:cs typeface="Arial"/>
              </a:defRPr>
            </a:pPr>
            <a:r>
              <a:rPr sz="2100" b="0">
                <a:solidFill>
                  <a:srgbClr val="152B25"/>
                </a:solidFill>
                <a:latin typeface="Arial"/>
                <a:ea typeface="Arial"/>
                <a:cs typeface="Arial"/>
              </a:rPr>
              <a:t>2. Read the receipt and correct its amount.</a:t>
            </a:r>
          </a:p>
        </p:txBody>
      </p:sp>
      <p:sp>
        <p:nvSpPr>
          <p:cNvPr id="8" name="">
            <a:extLst xmlns:a="http://schemas.openxmlformats.org/drawingml/2006/main">
              <a:ext uri="{FF2B5EF4-FFF2-40B4-BE49-F238E27FC236}">
                <a16:creationId xmlns:a16="http://schemas.microsoft.com/office/drawing/2014/main" id="{34AA1B1E-17EE-4BF0-A919-D77EE2E2AFA9}"/>
              </a:ext>
            </a:extLst>
          </p:cNvPr>
          <p:cNvSpPr>
            <a:spLocks xmlns:a="http://schemas.openxmlformats.org/drawingml/2006/main" noGrp="1"/>
          </p:cNvSpPr>
          <p:nvPr/>
        </p:nvSpPr>
        <p:spPr>
          <a:xfrm xmlns:a="http://schemas.openxmlformats.org/drawingml/2006/main">
            <a:off x="3333750" y="4419600"/>
            <a:ext cx="7905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defRPr sz="2100" b="0">
                <a:solidFill>
                  <a:srgbClr val="152B25"/>
                </a:solidFill>
                <a:latin typeface="Arial"/>
                <a:ea typeface="Arial"/>
                <a:cs typeface="Arial"/>
              </a:defRPr>
            </a:lvl1pPr>
            <a:lvl2pPr>
              <a:defRPr sz="2100" b="0">
                <a:solidFill>
                  <a:srgbClr val="152B25"/>
                </a:solidFill>
                <a:latin typeface="Arial"/>
                <a:ea typeface="Arial"/>
                <a:cs typeface="Arial"/>
              </a:defRPr>
            </a:lvl2pPr>
            <a:lvl3pPr>
              <a:defRPr sz="2100" b="0">
                <a:solidFill>
                  <a:srgbClr val="152B25"/>
                </a:solidFill>
                <a:latin typeface="Arial"/>
                <a:ea typeface="Arial"/>
                <a:cs typeface="Arial"/>
              </a:defRPr>
            </a:lvl3pPr>
            <a:lvl4pPr>
              <a:defRPr sz="2100" b="0">
                <a:solidFill>
                  <a:srgbClr val="152B25"/>
                </a:solidFill>
                <a:latin typeface="Arial"/>
                <a:ea typeface="Arial"/>
                <a:cs typeface="Arial"/>
              </a:defRPr>
            </a:lvl4pPr>
            <a:lvl5pPr>
              <a:defRPr sz="2100" b="0">
                <a:solidFill>
                  <a:srgbClr val="152B25"/>
                </a:solidFill>
                <a:latin typeface="Arial"/>
                <a:ea typeface="Arial"/>
                <a:cs typeface="Arial"/>
              </a:defRPr>
            </a:lvl5pPr>
            <a:lvl6pPr>
              <a:defRPr sz="2100" b="0">
                <a:solidFill>
                  <a:srgbClr val="152B25"/>
                </a:solidFill>
                <a:latin typeface="Arial"/>
                <a:ea typeface="Arial"/>
                <a:cs typeface="Arial"/>
              </a:defRPr>
            </a:lvl6pPr>
            <a:lvl7pPr>
              <a:defRPr sz="2100" b="0">
                <a:solidFill>
                  <a:srgbClr val="152B25"/>
                </a:solidFill>
                <a:latin typeface="Arial"/>
                <a:ea typeface="Arial"/>
                <a:cs typeface="Arial"/>
              </a:defRPr>
            </a:lvl7pPr>
            <a:lvl8pPr>
              <a:defRPr sz="2100" b="0">
                <a:solidFill>
                  <a:srgbClr val="152B25"/>
                </a:solidFill>
                <a:latin typeface="Arial"/>
                <a:ea typeface="Arial"/>
                <a:cs typeface="Arial"/>
              </a:defRPr>
            </a:lvl8pPr>
            <a:lvl9pPr>
              <a:defRPr sz="2100" b="0">
                <a:solidFill>
                  <a:srgbClr val="152B25"/>
                </a:solidFill>
                <a:latin typeface="Arial"/>
                <a:ea typeface="Arial"/>
                <a:cs typeface="Arial"/>
              </a:defRPr>
            </a:lvl9pPr>
          </a:lstStyle>
          <a:p xmlns:a="http://schemas.openxmlformats.org/drawingml/2006/main">
            <a:pPr>
              <a:defRPr sz="2100" b="0">
                <a:solidFill>
                  <a:srgbClr val="152B25"/>
                </a:solidFill>
                <a:latin typeface="Arial"/>
                <a:ea typeface="Arial"/>
                <a:cs typeface="Arial"/>
              </a:defRPr>
            </a:pPr>
            <a:r>
              <a:rPr sz="2100" b="0">
                <a:solidFill>
                  <a:srgbClr val="152B25"/>
                </a:solidFill>
                <a:latin typeface="Arial"/>
                <a:ea typeface="Arial"/>
                <a:cs typeface="Arial"/>
              </a:rPr>
              <a:t>3. Add and delete a purchase; watch the total update.</a:t>
            </a:r>
          </a:p>
        </p:txBody>
      </p:sp>
      <p:sp>
        <p:nvSpPr>
          <p:cNvPr id="9" name="">
            <a:extLst xmlns:a="http://schemas.openxmlformats.org/drawingml/2006/main">
              <a:ext uri="{FF2B5EF4-FFF2-40B4-BE49-F238E27FC236}">
                <a16:creationId xmlns:a16="http://schemas.microsoft.com/office/drawing/2014/main" id="{5FC473D2-76F2-498D-A419-FAC4E9B2245D}"/>
              </a:ext>
            </a:extLst>
          </p:cNvPr>
          <p:cNvSpPr>
            <a:spLocks xmlns:a="http://schemas.openxmlformats.org/drawingml/2006/main" noGrp="1"/>
          </p:cNvSpPr>
          <p:nvPr/>
        </p:nvSpPr>
        <p:spPr>
          <a:xfrm xmlns:a="http://schemas.openxmlformats.org/drawingml/2006/main">
            <a:off x="3333750" y="5667375"/>
            <a:ext cx="781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B6259"/>
                </a:solidFill>
                <a:latin typeface="Arial"/>
                <a:ea typeface="Arial"/>
                <a:cs typeface="Arial"/>
              </a:defRPr>
            </a:defPPr>
            <a:lvl1pPr>
              <a:defRPr sz="1500" b="0">
                <a:solidFill>
                  <a:srgbClr val="4B6259"/>
                </a:solidFill>
                <a:latin typeface="Arial"/>
                <a:ea typeface="Arial"/>
                <a:cs typeface="Arial"/>
              </a:defRPr>
            </a:lvl1pPr>
            <a:lvl2pPr>
              <a:defRPr sz="1500" b="0">
                <a:solidFill>
                  <a:srgbClr val="4B6259"/>
                </a:solidFill>
                <a:latin typeface="Arial"/>
                <a:ea typeface="Arial"/>
                <a:cs typeface="Arial"/>
              </a:defRPr>
            </a:lvl2pPr>
            <a:lvl3pPr>
              <a:defRPr sz="1500" b="0">
                <a:solidFill>
                  <a:srgbClr val="4B6259"/>
                </a:solidFill>
                <a:latin typeface="Arial"/>
                <a:ea typeface="Arial"/>
                <a:cs typeface="Arial"/>
              </a:defRPr>
            </a:lvl3pPr>
            <a:lvl4pPr>
              <a:defRPr sz="1500" b="0">
                <a:solidFill>
                  <a:srgbClr val="4B6259"/>
                </a:solidFill>
                <a:latin typeface="Arial"/>
                <a:ea typeface="Arial"/>
                <a:cs typeface="Arial"/>
              </a:defRPr>
            </a:lvl4pPr>
            <a:lvl5pPr>
              <a:defRPr sz="1500" b="0">
                <a:solidFill>
                  <a:srgbClr val="4B6259"/>
                </a:solidFill>
                <a:latin typeface="Arial"/>
                <a:ea typeface="Arial"/>
                <a:cs typeface="Arial"/>
              </a:defRPr>
            </a:lvl5pPr>
            <a:lvl6pPr>
              <a:defRPr sz="1500" b="0">
                <a:solidFill>
                  <a:srgbClr val="4B6259"/>
                </a:solidFill>
                <a:latin typeface="Arial"/>
                <a:ea typeface="Arial"/>
                <a:cs typeface="Arial"/>
              </a:defRPr>
            </a:lvl6pPr>
            <a:lvl7pPr>
              <a:defRPr sz="1500" b="0">
                <a:solidFill>
                  <a:srgbClr val="4B6259"/>
                </a:solidFill>
                <a:latin typeface="Arial"/>
                <a:ea typeface="Arial"/>
                <a:cs typeface="Arial"/>
              </a:defRPr>
            </a:lvl7pPr>
            <a:lvl8pPr>
              <a:defRPr sz="1500" b="0">
                <a:solidFill>
                  <a:srgbClr val="4B6259"/>
                </a:solidFill>
                <a:latin typeface="Arial"/>
                <a:ea typeface="Arial"/>
                <a:cs typeface="Arial"/>
              </a:defRPr>
            </a:lvl8pPr>
            <a:lvl9pPr>
              <a:defRPr sz="1500" b="0">
                <a:solidFill>
                  <a:srgbClr val="4B6259"/>
                </a:solidFill>
                <a:latin typeface="Arial"/>
                <a:ea typeface="Arial"/>
                <a:cs typeface="Arial"/>
              </a:defRPr>
            </a:lvl9pPr>
          </a:lstStyle>
          <a:p xmlns:a="http://schemas.openxmlformats.org/drawingml/2006/main">
            <a:pPr>
              <a:defRPr sz="1500" b="0">
                <a:solidFill>
                  <a:srgbClr val="4B6259"/>
                </a:solidFill>
                <a:latin typeface="Arial"/>
                <a:ea typeface="Arial"/>
                <a:cs typeface="Arial"/>
              </a:defRPr>
            </a:pPr>
            <a:r>
              <a:rPr sz="1500" b="0">
                <a:solidFill>
                  <a:srgbClr val="4B6259"/>
                </a:solidFill>
                <a:latin typeface="Arial"/>
                <a:ea typeface="Arial"/>
                <a:cs typeface="Arial"/>
              </a:rPr>
              <a:t>Recorded from the Android release app • fictional demo data</a:t>
            </a:r>
          </a:p>
        </p:txBody>
      </p:sp>
    </p:spTree>
    <p:extLst>
      <p:ext uri="{BB962C8B-B14F-4D97-AF65-F5344CB8AC3E}">
        <p14:creationId xmlns:p14="http://schemas.microsoft.com/office/powerpoint/2010/main" val="104928475"/>
      </p:ext>
    </p:extLst>
  </p:cSld>
  <p:timing>
    <p:tnLst>
      <p:par>
        <p:cTn id="1" dur="indefinite" restart="never" nodeType="tmRoot">
          <p:childTnLst>
            <p:video fullScrn="1">
              <p:cMediaNode vol="80000">
                <p:cTn id="2" fill="hold" display="0">
                  <p:stCondLst>
                    <p:cond delay="indefinite"/>
                  </p:stCondLst>
                </p:cTn>
                <p:tgtEl>
                  <p:spTgt spid="4"/>
                </p:tgtEl>
              </p:cMediaNode>
            </p:video>
          </p:childTnLst>
        </p:cTn>
      </p:par>
    </p:tnLst>
  </p:timing>
  <p:transition spd="med">
    <p:fade/>
  </p:transition>
</p:sld>
</file>

<file path=ppt/slides/slide15.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EBBA22C-9D5B-4B43-B314-B0F4B5D22BB2}"/>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Demo 3: Helper and offline restart</a:t>
            </a:r>
          </a:p>
        </p:txBody>
      </p:sp>
      <p:sp>
        <p:nvSpPr>
          <p:cNvPr id="2" name="">
            <a:extLst xmlns:a="http://schemas.openxmlformats.org/drawingml/2006/main">
              <a:ext uri="{FF2B5EF4-FFF2-40B4-BE49-F238E27FC236}">
                <a16:creationId xmlns:a16="http://schemas.microsoft.com/office/drawing/2014/main" id="{8CC0F80D-E722-4677-8C35-B97F003791AF}"/>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AD421B02-088E-489A-9A2D-553BBCDCE4FC}"/>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15</a:t>
            </a:r>
          </a:p>
        </p:txBody>
      </p:sp>
      <p:pic>
        <p:nvPicPr>
          <p:cNvPr id="4" name="Demo_3_Helper_Offline_Settings.mp4" descr="Embedded silent recording of the actual Android emulator; fictional demo data">
            <a:extLst xmlns:a="http://schemas.openxmlformats.org/drawingml/2006/main">
              <a:ext uri="{FF2B5EF4-FFF2-40B4-BE49-F238E27FC236}">
                <a16:creationId xmlns:a16="http://schemas.microsoft.com/office/drawing/2014/main" id="{5D6A3F64-F4BD-4550-99DC-9F56AB09467D}"/>
              </a:ext>
            </a:extLst>
            <ns0:hlinkClick xmlns:ns0="http://schemas.openxmlformats.org/drawingml/2006/main" action="ppaction://media"/>
          </p:cNvPr>
          <p:cNvPicPr>
            <a:picLocks xmlns:a="http://schemas.openxmlformats.org/drawingml/2006/main" noChangeAspect="1"/>
          </p:cNvPicPr>
          <p:nvPr>
            <ns0:videoFile xmlns:ns0="http://schemas.openxmlformats.org/drawingml/2006/main" xmlns:ns1="http://schemas.openxmlformats.org/officeDocument/2006/relationships" ns1:link="rIdDemoVideo"/>
            <p:extLst>
              <p:ext uri="{DAA4B4D4-6D71-4841-9C94-3DE7FCFB9230}">
                <ns0:media xmlns:ns0="http://schemas.microsoft.com/office/powerpoint/2010/main" xmlns:ns1="http://schemas.openxmlformats.org/officeDocument/2006/relationships" ns1:embed="rIdDemoMedia"/>
              </p:ext>
            </p:extLst>
          </p:nvPr>
        </p:nvPicPr>
        <p:blipFill>
          <a:blip xmlns:r="http://schemas.openxmlformats.org/officeDocument/2006/relationships" xmlns:a="http://schemas.openxmlformats.org/drawingml/2006/main" r:embed="Rf39e37ecd1814d8d"/>
          <a:stretch xmlns:a="http://schemas.openxmlformats.org/drawingml/2006/main"/>
        </p:blipFill>
        <p:spPr>
          <a:xfrm xmlns:a="http://schemas.openxmlformats.org/drawingml/2006/main">
            <a:off x="666750" y="1457854"/>
            <a:ext cx="2095500" cy="4656667"/>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C259347-F5CF-433D-B250-00A0863E92B8}"/>
              </a:ext>
            </a:extLst>
          </p:cNvPr>
          <p:cNvSpPr>
            <a:spLocks xmlns:a="http://schemas.openxmlformats.org/drawingml/2006/main" noGrp="1"/>
          </p:cNvSpPr>
          <p:nvPr/>
        </p:nvSpPr>
        <p:spPr>
          <a:xfrm xmlns:a="http://schemas.openxmlformats.org/drawingml/2006/main">
            <a:off x="3333750" y="1571625"/>
            <a:ext cx="7810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52B25"/>
                </a:solidFill>
                <a:latin typeface="Arial"/>
                <a:ea typeface="Arial"/>
                <a:cs typeface="Arial"/>
              </a:defRPr>
            </a:defPPr>
            <a:lvl1pPr>
              <a:defRPr sz="2175" b="1">
                <a:solidFill>
                  <a:srgbClr val="152B25"/>
                </a:solidFill>
                <a:latin typeface="Arial"/>
                <a:ea typeface="Arial"/>
                <a:cs typeface="Arial"/>
              </a:defRPr>
            </a:lvl1pPr>
            <a:lvl2pPr>
              <a:defRPr sz="2175" b="1">
                <a:solidFill>
                  <a:srgbClr val="152B25"/>
                </a:solidFill>
                <a:latin typeface="Arial"/>
                <a:ea typeface="Arial"/>
                <a:cs typeface="Arial"/>
              </a:defRPr>
            </a:lvl2pPr>
            <a:lvl3pPr>
              <a:defRPr sz="2175" b="1">
                <a:solidFill>
                  <a:srgbClr val="152B25"/>
                </a:solidFill>
                <a:latin typeface="Arial"/>
                <a:ea typeface="Arial"/>
                <a:cs typeface="Arial"/>
              </a:defRPr>
            </a:lvl3pPr>
            <a:lvl4pPr>
              <a:defRPr sz="2175" b="1">
                <a:solidFill>
                  <a:srgbClr val="152B25"/>
                </a:solidFill>
                <a:latin typeface="Arial"/>
                <a:ea typeface="Arial"/>
                <a:cs typeface="Arial"/>
              </a:defRPr>
            </a:lvl4pPr>
            <a:lvl5pPr>
              <a:defRPr sz="2175" b="1">
                <a:solidFill>
                  <a:srgbClr val="152B25"/>
                </a:solidFill>
                <a:latin typeface="Arial"/>
                <a:ea typeface="Arial"/>
                <a:cs typeface="Arial"/>
              </a:defRPr>
            </a:lvl5pPr>
            <a:lvl6pPr>
              <a:defRPr sz="2175" b="1">
                <a:solidFill>
                  <a:srgbClr val="152B25"/>
                </a:solidFill>
                <a:latin typeface="Arial"/>
                <a:ea typeface="Arial"/>
                <a:cs typeface="Arial"/>
              </a:defRPr>
            </a:lvl6pPr>
            <a:lvl7pPr>
              <a:defRPr sz="2175" b="1">
                <a:solidFill>
                  <a:srgbClr val="152B25"/>
                </a:solidFill>
                <a:latin typeface="Arial"/>
                <a:ea typeface="Arial"/>
                <a:cs typeface="Arial"/>
              </a:defRPr>
            </a:lvl7pPr>
            <a:lvl8pPr>
              <a:defRPr sz="2175" b="1">
                <a:solidFill>
                  <a:srgbClr val="152B25"/>
                </a:solidFill>
                <a:latin typeface="Arial"/>
                <a:ea typeface="Arial"/>
                <a:cs typeface="Arial"/>
              </a:defRPr>
            </a:lvl8pPr>
            <a:lvl9pPr>
              <a:defRPr sz="2175" b="1">
                <a:solidFill>
                  <a:srgbClr val="152B25"/>
                </a:solidFill>
                <a:latin typeface="Arial"/>
                <a:ea typeface="Arial"/>
                <a:cs typeface="Arial"/>
              </a:defRPr>
            </a:lvl9pPr>
          </a:lstStyle>
          <a:p xmlns:a="http://schemas.openxmlformats.org/drawingml/2006/main">
            <a:pPr>
              <a:defRPr sz="2175" b="1">
                <a:solidFill>
                  <a:srgbClr val="152B25"/>
                </a:solidFill>
                <a:latin typeface="Arial"/>
                <a:ea typeface="Arial"/>
                <a:cs typeface="Arial"/>
              </a:defRPr>
            </a:pPr>
            <a:r>
              <a:rPr sz="2175" b="1">
                <a:solidFill>
                  <a:srgbClr val="152B25"/>
                </a:solidFill>
                <a:latin typeface="Arial"/>
                <a:ea typeface="Arial"/>
                <a:cs typeface="Arial"/>
              </a:rPr>
              <a:t>Click the video to play</a:t>
            </a:r>
          </a:p>
        </p:txBody>
      </p:sp>
      <p:sp>
        <p:nvSpPr>
          <p:cNvPr id="6" name="">
            <a:extLst xmlns:a="http://schemas.openxmlformats.org/drawingml/2006/main">
              <a:ext uri="{FF2B5EF4-FFF2-40B4-BE49-F238E27FC236}">
                <a16:creationId xmlns:a16="http://schemas.microsoft.com/office/drawing/2014/main" id="{D883F4E2-62F3-4060-82BD-1E5309A191D5}"/>
              </a:ext>
            </a:extLst>
          </p:cNvPr>
          <p:cNvSpPr>
            <a:spLocks xmlns:a="http://schemas.openxmlformats.org/drawingml/2006/main" noGrp="1"/>
          </p:cNvSpPr>
          <p:nvPr/>
        </p:nvSpPr>
        <p:spPr>
          <a:xfrm xmlns:a="http://schemas.openxmlformats.org/drawingml/2006/main">
            <a:off x="3333750" y="2286000"/>
            <a:ext cx="7905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defRPr sz="2100" b="0">
                <a:solidFill>
                  <a:srgbClr val="152B25"/>
                </a:solidFill>
                <a:latin typeface="Arial"/>
                <a:ea typeface="Arial"/>
                <a:cs typeface="Arial"/>
              </a:defRPr>
            </a:lvl1pPr>
            <a:lvl2pPr>
              <a:defRPr sz="2100" b="0">
                <a:solidFill>
                  <a:srgbClr val="152B25"/>
                </a:solidFill>
                <a:latin typeface="Arial"/>
                <a:ea typeface="Arial"/>
                <a:cs typeface="Arial"/>
              </a:defRPr>
            </a:lvl2pPr>
            <a:lvl3pPr>
              <a:defRPr sz="2100" b="0">
                <a:solidFill>
                  <a:srgbClr val="152B25"/>
                </a:solidFill>
                <a:latin typeface="Arial"/>
                <a:ea typeface="Arial"/>
                <a:cs typeface="Arial"/>
              </a:defRPr>
            </a:lvl3pPr>
            <a:lvl4pPr>
              <a:defRPr sz="2100" b="0">
                <a:solidFill>
                  <a:srgbClr val="152B25"/>
                </a:solidFill>
                <a:latin typeface="Arial"/>
                <a:ea typeface="Arial"/>
                <a:cs typeface="Arial"/>
              </a:defRPr>
            </a:lvl4pPr>
            <a:lvl5pPr>
              <a:defRPr sz="2100" b="0">
                <a:solidFill>
                  <a:srgbClr val="152B25"/>
                </a:solidFill>
                <a:latin typeface="Arial"/>
                <a:ea typeface="Arial"/>
                <a:cs typeface="Arial"/>
              </a:defRPr>
            </a:lvl5pPr>
            <a:lvl6pPr>
              <a:defRPr sz="2100" b="0">
                <a:solidFill>
                  <a:srgbClr val="152B25"/>
                </a:solidFill>
                <a:latin typeface="Arial"/>
                <a:ea typeface="Arial"/>
                <a:cs typeface="Arial"/>
              </a:defRPr>
            </a:lvl6pPr>
            <a:lvl7pPr>
              <a:defRPr sz="2100" b="0">
                <a:solidFill>
                  <a:srgbClr val="152B25"/>
                </a:solidFill>
                <a:latin typeface="Arial"/>
                <a:ea typeface="Arial"/>
                <a:cs typeface="Arial"/>
              </a:defRPr>
            </a:lvl7pPr>
            <a:lvl8pPr>
              <a:defRPr sz="2100" b="0">
                <a:solidFill>
                  <a:srgbClr val="152B25"/>
                </a:solidFill>
                <a:latin typeface="Arial"/>
                <a:ea typeface="Arial"/>
                <a:cs typeface="Arial"/>
              </a:defRPr>
            </a:lvl8pPr>
            <a:lvl9pPr>
              <a:defRPr sz="2100" b="0">
                <a:solidFill>
                  <a:srgbClr val="152B25"/>
                </a:solidFill>
                <a:latin typeface="Arial"/>
                <a:ea typeface="Arial"/>
                <a:cs typeface="Arial"/>
              </a:defRPr>
            </a:lvl9pPr>
          </a:lstStyle>
          <a:p xmlns:a="http://schemas.openxmlformats.org/drawingml/2006/main">
            <a:pPr>
              <a:defRPr sz="2100" b="0">
                <a:solidFill>
                  <a:srgbClr val="152B25"/>
                </a:solidFill>
                <a:latin typeface="Arial"/>
                <a:ea typeface="Arial"/>
                <a:cs typeface="Arial"/>
              </a:defRPr>
            </a:pPr>
            <a:r>
              <a:rPr sz="2100" b="0">
                <a:solidFill>
                  <a:srgbClr val="152B25"/>
                </a:solidFill>
                <a:latin typeface="Arial"/>
                <a:ea typeface="Arial"/>
                <a:cs typeface="Arial"/>
              </a:rPr>
              <a:t>1. Inspect Lunch Lens inputs; dismiss and reopen it.</a:t>
            </a:r>
          </a:p>
        </p:txBody>
      </p:sp>
      <p:sp>
        <p:nvSpPr>
          <p:cNvPr id="7" name="">
            <a:extLst xmlns:a="http://schemas.openxmlformats.org/drawingml/2006/main">
              <a:ext uri="{FF2B5EF4-FFF2-40B4-BE49-F238E27FC236}">
                <a16:creationId xmlns:a16="http://schemas.microsoft.com/office/drawing/2014/main" id="{C8AE46E4-D290-4217-8E58-EF830EF98310}"/>
              </a:ext>
            </a:extLst>
          </p:cNvPr>
          <p:cNvSpPr>
            <a:spLocks xmlns:a="http://schemas.openxmlformats.org/drawingml/2006/main" noGrp="1"/>
          </p:cNvSpPr>
          <p:nvPr/>
        </p:nvSpPr>
        <p:spPr>
          <a:xfrm xmlns:a="http://schemas.openxmlformats.org/drawingml/2006/main">
            <a:off x="3333750" y="3352800"/>
            <a:ext cx="7905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defRPr sz="2100" b="0">
                <a:solidFill>
                  <a:srgbClr val="152B25"/>
                </a:solidFill>
                <a:latin typeface="Arial"/>
                <a:ea typeface="Arial"/>
                <a:cs typeface="Arial"/>
              </a:defRPr>
            </a:lvl1pPr>
            <a:lvl2pPr>
              <a:defRPr sz="2100" b="0">
                <a:solidFill>
                  <a:srgbClr val="152B25"/>
                </a:solidFill>
                <a:latin typeface="Arial"/>
                <a:ea typeface="Arial"/>
                <a:cs typeface="Arial"/>
              </a:defRPr>
            </a:lvl2pPr>
            <a:lvl3pPr>
              <a:defRPr sz="2100" b="0">
                <a:solidFill>
                  <a:srgbClr val="152B25"/>
                </a:solidFill>
                <a:latin typeface="Arial"/>
                <a:ea typeface="Arial"/>
                <a:cs typeface="Arial"/>
              </a:defRPr>
            </a:lvl3pPr>
            <a:lvl4pPr>
              <a:defRPr sz="2100" b="0">
                <a:solidFill>
                  <a:srgbClr val="152B25"/>
                </a:solidFill>
                <a:latin typeface="Arial"/>
                <a:ea typeface="Arial"/>
                <a:cs typeface="Arial"/>
              </a:defRPr>
            </a:lvl4pPr>
            <a:lvl5pPr>
              <a:defRPr sz="2100" b="0">
                <a:solidFill>
                  <a:srgbClr val="152B25"/>
                </a:solidFill>
                <a:latin typeface="Arial"/>
                <a:ea typeface="Arial"/>
                <a:cs typeface="Arial"/>
              </a:defRPr>
            </a:lvl5pPr>
            <a:lvl6pPr>
              <a:defRPr sz="2100" b="0">
                <a:solidFill>
                  <a:srgbClr val="152B25"/>
                </a:solidFill>
                <a:latin typeface="Arial"/>
                <a:ea typeface="Arial"/>
                <a:cs typeface="Arial"/>
              </a:defRPr>
            </a:lvl6pPr>
            <a:lvl7pPr>
              <a:defRPr sz="2100" b="0">
                <a:solidFill>
                  <a:srgbClr val="152B25"/>
                </a:solidFill>
                <a:latin typeface="Arial"/>
                <a:ea typeface="Arial"/>
                <a:cs typeface="Arial"/>
              </a:defRPr>
            </a:lvl7pPr>
            <a:lvl8pPr>
              <a:defRPr sz="2100" b="0">
                <a:solidFill>
                  <a:srgbClr val="152B25"/>
                </a:solidFill>
                <a:latin typeface="Arial"/>
                <a:ea typeface="Arial"/>
                <a:cs typeface="Arial"/>
              </a:defRPr>
            </a:lvl8pPr>
            <a:lvl9pPr>
              <a:defRPr sz="2100" b="0">
                <a:solidFill>
                  <a:srgbClr val="152B25"/>
                </a:solidFill>
                <a:latin typeface="Arial"/>
                <a:ea typeface="Arial"/>
                <a:cs typeface="Arial"/>
              </a:defRPr>
            </a:lvl9pPr>
          </a:lstStyle>
          <a:p xmlns:a="http://schemas.openxmlformats.org/drawingml/2006/main">
            <a:pPr>
              <a:defRPr sz="2100" b="0">
                <a:solidFill>
                  <a:srgbClr val="152B25"/>
                </a:solidFill>
                <a:latin typeface="Arial"/>
                <a:ea typeface="Arial"/>
                <a:cs typeface="Arial"/>
              </a:defRPr>
            </a:pPr>
            <a:r>
              <a:rPr sz="2100" b="0">
                <a:solidFill>
                  <a:srgbClr val="152B25"/>
                </a:solidFill>
                <a:latin typeface="Arial"/>
                <a:ea typeface="Arial"/>
                <a:cs typeface="Arial"/>
              </a:rPr>
              <a:t>2. Reset an unsaved plan without deleting receipts.</a:t>
            </a:r>
          </a:p>
        </p:txBody>
      </p:sp>
      <p:sp>
        <p:nvSpPr>
          <p:cNvPr id="8" name="">
            <a:extLst xmlns:a="http://schemas.openxmlformats.org/drawingml/2006/main">
              <a:ext uri="{FF2B5EF4-FFF2-40B4-BE49-F238E27FC236}">
                <a16:creationId xmlns:a16="http://schemas.microsoft.com/office/drawing/2014/main" id="{D091D178-10CE-4F2D-A6E7-53731C7DDE22}"/>
              </a:ext>
            </a:extLst>
          </p:cNvPr>
          <p:cNvSpPr>
            <a:spLocks xmlns:a="http://schemas.openxmlformats.org/drawingml/2006/main" noGrp="1"/>
          </p:cNvSpPr>
          <p:nvPr/>
        </p:nvSpPr>
        <p:spPr>
          <a:xfrm xmlns:a="http://schemas.openxmlformats.org/drawingml/2006/main">
            <a:off x="3333750" y="4419600"/>
            <a:ext cx="7905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52B25"/>
                </a:solidFill>
                <a:latin typeface="Arial"/>
                <a:ea typeface="Arial"/>
                <a:cs typeface="Arial"/>
              </a:defRPr>
            </a:defPPr>
            <a:lvl1pPr>
              <a:defRPr sz="2100" b="0">
                <a:solidFill>
                  <a:srgbClr val="152B25"/>
                </a:solidFill>
                <a:latin typeface="Arial"/>
                <a:ea typeface="Arial"/>
                <a:cs typeface="Arial"/>
              </a:defRPr>
            </a:lvl1pPr>
            <a:lvl2pPr>
              <a:defRPr sz="2100" b="0">
                <a:solidFill>
                  <a:srgbClr val="152B25"/>
                </a:solidFill>
                <a:latin typeface="Arial"/>
                <a:ea typeface="Arial"/>
                <a:cs typeface="Arial"/>
              </a:defRPr>
            </a:lvl2pPr>
            <a:lvl3pPr>
              <a:defRPr sz="2100" b="0">
                <a:solidFill>
                  <a:srgbClr val="152B25"/>
                </a:solidFill>
                <a:latin typeface="Arial"/>
                <a:ea typeface="Arial"/>
                <a:cs typeface="Arial"/>
              </a:defRPr>
            </a:lvl3pPr>
            <a:lvl4pPr>
              <a:defRPr sz="2100" b="0">
                <a:solidFill>
                  <a:srgbClr val="152B25"/>
                </a:solidFill>
                <a:latin typeface="Arial"/>
                <a:ea typeface="Arial"/>
                <a:cs typeface="Arial"/>
              </a:defRPr>
            </a:lvl4pPr>
            <a:lvl5pPr>
              <a:defRPr sz="2100" b="0">
                <a:solidFill>
                  <a:srgbClr val="152B25"/>
                </a:solidFill>
                <a:latin typeface="Arial"/>
                <a:ea typeface="Arial"/>
                <a:cs typeface="Arial"/>
              </a:defRPr>
            </a:lvl5pPr>
            <a:lvl6pPr>
              <a:defRPr sz="2100" b="0">
                <a:solidFill>
                  <a:srgbClr val="152B25"/>
                </a:solidFill>
                <a:latin typeface="Arial"/>
                <a:ea typeface="Arial"/>
                <a:cs typeface="Arial"/>
              </a:defRPr>
            </a:lvl6pPr>
            <a:lvl7pPr>
              <a:defRPr sz="2100" b="0">
                <a:solidFill>
                  <a:srgbClr val="152B25"/>
                </a:solidFill>
                <a:latin typeface="Arial"/>
                <a:ea typeface="Arial"/>
                <a:cs typeface="Arial"/>
              </a:defRPr>
            </a:lvl7pPr>
            <a:lvl8pPr>
              <a:defRPr sz="2100" b="0">
                <a:solidFill>
                  <a:srgbClr val="152B25"/>
                </a:solidFill>
                <a:latin typeface="Arial"/>
                <a:ea typeface="Arial"/>
                <a:cs typeface="Arial"/>
              </a:defRPr>
            </a:lvl8pPr>
            <a:lvl9pPr>
              <a:defRPr sz="2100" b="0">
                <a:solidFill>
                  <a:srgbClr val="152B25"/>
                </a:solidFill>
                <a:latin typeface="Arial"/>
                <a:ea typeface="Arial"/>
                <a:cs typeface="Arial"/>
              </a:defRPr>
            </a:lvl9pPr>
          </a:lstStyle>
          <a:p xmlns:a="http://schemas.openxmlformats.org/drawingml/2006/main">
            <a:pPr>
              <a:defRPr sz="2100" b="0">
                <a:solidFill>
                  <a:srgbClr val="152B25"/>
                </a:solidFill>
                <a:latin typeface="Arial"/>
                <a:ea typeface="Arial"/>
                <a:cs typeface="Arial"/>
              </a:defRPr>
            </a:pPr>
            <a:r>
              <a:rPr sz="2100" b="0">
                <a:solidFill>
                  <a:srgbClr val="152B25"/>
                </a:solidFill>
                <a:latin typeface="Arial"/>
                <a:ea typeface="Arial"/>
                <a:cs typeface="Arial"/>
              </a:rPr>
              <a:t>3. Change settings, then relaunch with networking off.</a:t>
            </a:r>
          </a:p>
        </p:txBody>
      </p:sp>
      <p:sp>
        <p:nvSpPr>
          <p:cNvPr id="9" name="">
            <a:extLst xmlns:a="http://schemas.openxmlformats.org/drawingml/2006/main">
              <a:ext uri="{FF2B5EF4-FFF2-40B4-BE49-F238E27FC236}">
                <a16:creationId xmlns:a16="http://schemas.microsoft.com/office/drawing/2014/main" id="{E096E465-77F0-4212-A004-14BCD5B31648}"/>
              </a:ext>
            </a:extLst>
          </p:cNvPr>
          <p:cNvSpPr>
            <a:spLocks xmlns:a="http://schemas.openxmlformats.org/drawingml/2006/main" noGrp="1"/>
          </p:cNvSpPr>
          <p:nvPr/>
        </p:nvSpPr>
        <p:spPr>
          <a:xfrm xmlns:a="http://schemas.openxmlformats.org/drawingml/2006/main">
            <a:off x="3333750" y="5667375"/>
            <a:ext cx="781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B6259"/>
                </a:solidFill>
                <a:latin typeface="Arial"/>
                <a:ea typeface="Arial"/>
                <a:cs typeface="Arial"/>
              </a:defRPr>
            </a:defPPr>
            <a:lvl1pPr>
              <a:defRPr sz="1500" b="0">
                <a:solidFill>
                  <a:srgbClr val="4B6259"/>
                </a:solidFill>
                <a:latin typeface="Arial"/>
                <a:ea typeface="Arial"/>
                <a:cs typeface="Arial"/>
              </a:defRPr>
            </a:lvl1pPr>
            <a:lvl2pPr>
              <a:defRPr sz="1500" b="0">
                <a:solidFill>
                  <a:srgbClr val="4B6259"/>
                </a:solidFill>
                <a:latin typeface="Arial"/>
                <a:ea typeface="Arial"/>
                <a:cs typeface="Arial"/>
              </a:defRPr>
            </a:lvl2pPr>
            <a:lvl3pPr>
              <a:defRPr sz="1500" b="0">
                <a:solidFill>
                  <a:srgbClr val="4B6259"/>
                </a:solidFill>
                <a:latin typeface="Arial"/>
                <a:ea typeface="Arial"/>
                <a:cs typeface="Arial"/>
              </a:defRPr>
            </a:lvl3pPr>
            <a:lvl4pPr>
              <a:defRPr sz="1500" b="0">
                <a:solidFill>
                  <a:srgbClr val="4B6259"/>
                </a:solidFill>
                <a:latin typeface="Arial"/>
                <a:ea typeface="Arial"/>
                <a:cs typeface="Arial"/>
              </a:defRPr>
            </a:lvl4pPr>
            <a:lvl5pPr>
              <a:defRPr sz="1500" b="0">
                <a:solidFill>
                  <a:srgbClr val="4B6259"/>
                </a:solidFill>
                <a:latin typeface="Arial"/>
                <a:ea typeface="Arial"/>
                <a:cs typeface="Arial"/>
              </a:defRPr>
            </a:lvl5pPr>
            <a:lvl6pPr>
              <a:defRPr sz="1500" b="0">
                <a:solidFill>
                  <a:srgbClr val="4B6259"/>
                </a:solidFill>
                <a:latin typeface="Arial"/>
                <a:ea typeface="Arial"/>
                <a:cs typeface="Arial"/>
              </a:defRPr>
            </a:lvl6pPr>
            <a:lvl7pPr>
              <a:defRPr sz="1500" b="0">
                <a:solidFill>
                  <a:srgbClr val="4B6259"/>
                </a:solidFill>
                <a:latin typeface="Arial"/>
                <a:ea typeface="Arial"/>
                <a:cs typeface="Arial"/>
              </a:defRPr>
            </a:lvl7pPr>
            <a:lvl8pPr>
              <a:defRPr sz="1500" b="0">
                <a:solidFill>
                  <a:srgbClr val="4B6259"/>
                </a:solidFill>
                <a:latin typeface="Arial"/>
                <a:ea typeface="Arial"/>
                <a:cs typeface="Arial"/>
              </a:defRPr>
            </a:lvl8pPr>
            <a:lvl9pPr>
              <a:defRPr sz="1500" b="0">
                <a:solidFill>
                  <a:srgbClr val="4B6259"/>
                </a:solidFill>
                <a:latin typeface="Arial"/>
                <a:ea typeface="Arial"/>
                <a:cs typeface="Arial"/>
              </a:defRPr>
            </a:lvl9pPr>
          </a:lstStyle>
          <a:p xmlns:a="http://schemas.openxmlformats.org/drawingml/2006/main">
            <a:pPr>
              <a:defRPr sz="1500" b="0">
                <a:solidFill>
                  <a:srgbClr val="4B6259"/>
                </a:solidFill>
                <a:latin typeface="Arial"/>
                <a:ea typeface="Arial"/>
                <a:cs typeface="Arial"/>
              </a:defRPr>
            </a:pPr>
            <a:r>
              <a:rPr sz="1500" b="0">
                <a:solidFill>
                  <a:srgbClr val="4B6259"/>
                </a:solidFill>
                <a:latin typeface="Arial"/>
                <a:ea typeface="Arial"/>
                <a:cs typeface="Arial"/>
              </a:rPr>
              <a:t>Recorded from the Android release app • fictional demo data</a:t>
            </a:r>
          </a:p>
        </p:txBody>
      </p:sp>
    </p:spTree>
    <p:extLst>
      <p:ext uri="{BB962C8B-B14F-4D97-AF65-F5344CB8AC3E}">
        <p14:creationId xmlns:p14="http://schemas.microsoft.com/office/powerpoint/2010/main" val="1640606558"/>
      </p:ext>
    </p:extLst>
  </p:cSld>
  <p:timing>
    <p:tnLst>
      <p:par>
        <p:cTn id="1" dur="indefinite" restart="never" nodeType="tmRoot">
          <p:childTnLst>
            <p:video fullScrn="1">
              <p:cMediaNode vol="80000">
                <p:cTn id="2" fill="hold" display="0">
                  <p:stCondLst>
                    <p:cond delay="indefinite"/>
                  </p:stCondLst>
                </p:cTn>
                <p:tgtEl>
                  <p:spTgt spid="4"/>
                </p:tgtEl>
              </p:cMediaNode>
            </p:video>
          </p:childTnLst>
        </p:cTn>
      </p:par>
    </p:tnLst>
  </p:timing>
  <p:transition spd="med">
    <p:fade/>
  </p:transition>
</p:sld>
</file>

<file path=ppt/slides/slide16.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86F6B42-729F-4E82-BF6D-8DD7BCB3BF49}"/>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Future work</a:t>
            </a:r>
          </a:p>
        </p:txBody>
      </p:sp>
      <p:sp>
        <p:nvSpPr>
          <p:cNvPr id="2" name="">
            <a:extLst xmlns:a="http://schemas.openxmlformats.org/drawingml/2006/main">
              <a:ext uri="{FF2B5EF4-FFF2-40B4-BE49-F238E27FC236}">
                <a16:creationId xmlns:a16="http://schemas.microsoft.com/office/drawing/2014/main" id="{991BD215-FAAA-4103-8F9B-956F41059491}"/>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545C703C-0620-4E65-AA1D-2A6FF98BE019}"/>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16</a:t>
            </a:r>
          </a:p>
        </p:txBody>
      </p:sp>
      <p:sp>
        <p:nvSpPr>
          <p:cNvPr id="4" name="">
            <a:extLst xmlns:a="http://schemas.openxmlformats.org/drawingml/2006/main">
              <a:ext uri="{FF2B5EF4-FFF2-40B4-BE49-F238E27FC236}">
                <a16:creationId xmlns:a16="http://schemas.microsoft.com/office/drawing/2014/main" id="{BF25594B-4A2F-4C0E-ABBA-6C4169D9A500}"/>
              </a:ext>
            </a:extLst>
          </p:cNvPr>
          <p:cNvSpPr>
            <a:spLocks xmlns:a="http://schemas.openxmlformats.org/drawingml/2006/main" noGrp="1"/>
          </p:cNvSpPr>
          <p:nvPr/>
        </p:nvSpPr>
        <p:spPr>
          <a:xfrm xmlns:a="http://schemas.openxmlformats.org/drawingml/2006/main">
            <a:off x="666750" y="1619250"/>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52B25"/>
                </a:solidFill>
                <a:latin typeface="Arial"/>
                <a:ea typeface="Arial"/>
                <a:cs typeface="Arial"/>
              </a:defRPr>
            </a:defPPr>
            <a:lvl1pPr>
              <a:defRPr sz="2175" b="1">
                <a:solidFill>
                  <a:srgbClr val="152B25"/>
                </a:solidFill>
                <a:latin typeface="Arial"/>
                <a:ea typeface="Arial"/>
                <a:cs typeface="Arial"/>
              </a:defRPr>
            </a:lvl1pPr>
            <a:lvl2pPr>
              <a:defRPr sz="2175" b="1">
                <a:solidFill>
                  <a:srgbClr val="152B25"/>
                </a:solidFill>
                <a:latin typeface="Arial"/>
                <a:ea typeface="Arial"/>
                <a:cs typeface="Arial"/>
              </a:defRPr>
            </a:lvl2pPr>
            <a:lvl3pPr>
              <a:defRPr sz="2175" b="1">
                <a:solidFill>
                  <a:srgbClr val="152B25"/>
                </a:solidFill>
                <a:latin typeface="Arial"/>
                <a:ea typeface="Arial"/>
                <a:cs typeface="Arial"/>
              </a:defRPr>
            </a:lvl3pPr>
            <a:lvl4pPr>
              <a:defRPr sz="2175" b="1">
                <a:solidFill>
                  <a:srgbClr val="152B25"/>
                </a:solidFill>
                <a:latin typeface="Arial"/>
                <a:ea typeface="Arial"/>
                <a:cs typeface="Arial"/>
              </a:defRPr>
            </a:lvl4pPr>
            <a:lvl5pPr>
              <a:defRPr sz="2175" b="1">
                <a:solidFill>
                  <a:srgbClr val="152B25"/>
                </a:solidFill>
                <a:latin typeface="Arial"/>
                <a:ea typeface="Arial"/>
                <a:cs typeface="Arial"/>
              </a:defRPr>
            </a:lvl5pPr>
            <a:lvl6pPr>
              <a:defRPr sz="2175" b="1">
                <a:solidFill>
                  <a:srgbClr val="152B25"/>
                </a:solidFill>
                <a:latin typeface="Arial"/>
                <a:ea typeface="Arial"/>
                <a:cs typeface="Arial"/>
              </a:defRPr>
            </a:lvl6pPr>
            <a:lvl7pPr>
              <a:defRPr sz="2175" b="1">
                <a:solidFill>
                  <a:srgbClr val="152B25"/>
                </a:solidFill>
                <a:latin typeface="Arial"/>
                <a:ea typeface="Arial"/>
                <a:cs typeface="Arial"/>
              </a:defRPr>
            </a:lvl7pPr>
            <a:lvl8pPr>
              <a:defRPr sz="2175" b="1">
                <a:solidFill>
                  <a:srgbClr val="152B25"/>
                </a:solidFill>
                <a:latin typeface="Arial"/>
                <a:ea typeface="Arial"/>
                <a:cs typeface="Arial"/>
              </a:defRPr>
            </a:lvl8pPr>
            <a:lvl9pPr>
              <a:defRPr sz="2175" b="1">
                <a:solidFill>
                  <a:srgbClr val="152B25"/>
                </a:solidFill>
                <a:latin typeface="Arial"/>
                <a:ea typeface="Arial"/>
                <a:cs typeface="Arial"/>
              </a:defRPr>
            </a:lvl9pPr>
          </a:lstStyle>
          <a:p xmlns:a="http://schemas.openxmlformats.org/drawingml/2006/main">
            <a:pPr>
              <a:defRPr sz="2175" b="1">
                <a:solidFill>
                  <a:srgbClr val="152B25"/>
                </a:solidFill>
                <a:latin typeface="Arial"/>
                <a:ea typeface="Arial"/>
                <a:cs typeface="Arial"/>
              </a:defRPr>
            </a:pPr>
            <a:r>
              <a:rPr sz="2175" b="1">
                <a:solidFill>
                  <a:srgbClr val="152B25"/>
                </a:solidFill>
                <a:latin typeface="Arial"/>
                <a:ea typeface="Arial"/>
                <a:cs typeface="Arial"/>
              </a:rPr>
              <a:t>A more robust cost estimate</a:t>
            </a:r>
          </a:p>
        </p:txBody>
      </p:sp>
      <p:sp>
        <p:nvSpPr>
          <p:cNvPr id="5" name="">
            <a:extLst xmlns:a="http://schemas.openxmlformats.org/drawingml/2006/main">
              <a:ext uri="{FF2B5EF4-FFF2-40B4-BE49-F238E27FC236}">
                <a16:creationId xmlns:a16="http://schemas.microsoft.com/office/drawing/2014/main" id="{4A7F954D-3B37-4C55-8A70-9D7D265A64EC}"/>
              </a:ext>
            </a:extLst>
          </p:cNvPr>
          <p:cNvSpPr>
            <a:spLocks xmlns:a="http://schemas.openxmlformats.org/drawingml/2006/main" noGrp="1"/>
          </p:cNvSpPr>
          <p:nvPr/>
        </p:nvSpPr>
        <p:spPr>
          <a:xfrm xmlns:a="http://schemas.openxmlformats.org/drawingml/2006/main">
            <a:off x="666750" y="2114550"/>
            <a:ext cx="10858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defRPr sz="1950" b="0">
                <a:solidFill>
                  <a:srgbClr val="152B25"/>
                </a:solidFill>
                <a:latin typeface="Arial"/>
                <a:ea typeface="Arial"/>
                <a:cs typeface="Arial"/>
              </a:defRPr>
            </a:lvl1pPr>
            <a:lvl2pPr>
              <a:defRPr sz="1950" b="0">
                <a:solidFill>
                  <a:srgbClr val="152B25"/>
                </a:solidFill>
                <a:latin typeface="Arial"/>
                <a:ea typeface="Arial"/>
                <a:cs typeface="Arial"/>
              </a:defRPr>
            </a:lvl2pPr>
            <a:lvl3pPr>
              <a:defRPr sz="1950" b="0">
                <a:solidFill>
                  <a:srgbClr val="152B25"/>
                </a:solidFill>
                <a:latin typeface="Arial"/>
                <a:ea typeface="Arial"/>
                <a:cs typeface="Arial"/>
              </a:defRPr>
            </a:lvl3pPr>
            <a:lvl4pPr>
              <a:defRPr sz="1950" b="0">
                <a:solidFill>
                  <a:srgbClr val="152B25"/>
                </a:solidFill>
                <a:latin typeface="Arial"/>
                <a:ea typeface="Arial"/>
                <a:cs typeface="Arial"/>
              </a:defRPr>
            </a:lvl4pPr>
            <a:lvl5pPr>
              <a:defRPr sz="1950" b="0">
                <a:solidFill>
                  <a:srgbClr val="152B25"/>
                </a:solidFill>
                <a:latin typeface="Arial"/>
                <a:ea typeface="Arial"/>
                <a:cs typeface="Arial"/>
              </a:defRPr>
            </a:lvl5pPr>
            <a:lvl6pPr>
              <a:defRPr sz="1950" b="0">
                <a:solidFill>
                  <a:srgbClr val="152B25"/>
                </a:solidFill>
                <a:latin typeface="Arial"/>
                <a:ea typeface="Arial"/>
                <a:cs typeface="Arial"/>
              </a:defRPr>
            </a:lvl6pPr>
            <a:lvl7pPr>
              <a:defRPr sz="1950" b="0">
                <a:solidFill>
                  <a:srgbClr val="152B25"/>
                </a:solidFill>
                <a:latin typeface="Arial"/>
                <a:ea typeface="Arial"/>
                <a:cs typeface="Arial"/>
              </a:defRPr>
            </a:lvl7pPr>
            <a:lvl8pPr>
              <a:defRPr sz="1950" b="0">
                <a:solidFill>
                  <a:srgbClr val="152B25"/>
                </a:solidFill>
                <a:latin typeface="Arial"/>
                <a:ea typeface="Arial"/>
                <a:cs typeface="Arial"/>
              </a:defRPr>
            </a:lvl8pPr>
            <a:lvl9pPr>
              <a:defRPr sz="1950" b="0">
                <a:solidFill>
                  <a:srgbClr val="152B25"/>
                </a:solidFill>
                <a:latin typeface="Arial"/>
                <a:ea typeface="Arial"/>
                <a:cs typeface="Arial"/>
              </a:defRPr>
            </a:lvl9pPr>
          </a:lstStyle>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Compare the mean with a median on new chronological cases.</a:t>
            </a:r>
          </a:p>
        </p:txBody>
      </p:sp>
      <p:sp>
        <p:nvSpPr>
          <p:cNvPr id="6" name="">
            <a:extLst xmlns:a="http://schemas.openxmlformats.org/drawingml/2006/main">
              <a:ext uri="{FF2B5EF4-FFF2-40B4-BE49-F238E27FC236}">
                <a16:creationId xmlns:a16="http://schemas.microsoft.com/office/drawing/2014/main" id="{245FC275-A24B-43DD-9F7F-AC3AB38CEDB8}"/>
              </a:ext>
            </a:extLst>
          </p:cNvPr>
          <p:cNvSpPr>
            <a:spLocks xmlns:a="http://schemas.openxmlformats.org/drawingml/2006/main" noGrp="1"/>
          </p:cNvSpPr>
          <p:nvPr/>
        </p:nvSpPr>
        <p:spPr>
          <a:xfrm xmlns:a="http://schemas.openxmlformats.org/drawingml/2006/main">
            <a:off x="666750" y="30003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52B25"/>
                </a:solidFill>
                <a:latin typeface="Arial"/>
                <a:ea typeface="Arial"/>
                <a:cs typeface="Arial"/>
              </a:defRPr>
            </a:defPPr>
            <a:lvl1pPr>
              <a:defRPr sz="2175" b="1">
                <a:solidFill>
                  <a:srgbClr val="152B25"/>
                </a:solidFill>
                <a:latin typeface="Arial"/>
                <a:ea typeface="Arial"/>
                <a:cs typeface="Arial"/>
              </a:defRPr>
            </a:lvl1pPr>
            <a:lvl2pPr>
              <a:defRPr sz="2175" b="1">
                <a:solidFill>
                  <a:srgbClr val="152B25"/>
                </a:solidFill>
                <a:latin typeface="Arial"/>
                <a:ea typeface="Arial"/>
                <a:cs typeface="Arial"/>
              </a:defRPr>
            </a:lvl2pPr>
            <a:lvl3pPr>
              <a:defRPr sz="2175" b="1">
                <a:solidFill>
                  <a:srgbClr val="152B25"/>
                </a:solidFill>
                <a:latin typeface="Arial"/>
                <a:ea typeface="Arial"/>
                <a:cs typeface="Arial"/>
              </a:defRPr>
            </a:lvl3pPr>
            <a:lvl4pPr>
              <a:defRPr sz="2175" b="1">
                <a:solidFill>
                  <a:srgbClr val="152B25"/>
                </a:solidFill>
                <a:latin typeface="Arial"/>
                <a:ea typeface="Arial"/>
                <a:cs typeface="Arial"/>
              </a:defRPr>
            </a:lvl4pPr>
            <a:lvl5pPr>
              <a:defRPr sz="2175" b="1">
                <a:solidFill>
                  <a:srgbClr val="152B25"/>
                </a:solidFill>
                <a:latin typeface="Arial"/>
                <a:ea typeface="Arial"/>
                <a:cs typeface="Arial"/>
              </a:defRPr>
            </a:lvl5pPr>
            <a:lvl6pPr>
              <a:defRPr sz="2175" b="1">
                <a:solidFill>
                  <a:srgbClr val="152B25"/>
                </a:solidFill>
                <a:latin typeface="Arial"/>
                <a:ea typeface="Arial"/>
                <a:cs typeface="Arial"/>
              </a:defRPr>
            </a:lvl6pPr>
            <a:lvl7pPr>
              <a:defRPr sz="2175" b="1">
                <a:solidFill>
                  <a:srgbClr val="152B25"/>
                </a:solidFill>
                <a:latin typeface="Arial"/>
                <a:ea typeface="Arial"/>
                <a:cs typeface="Arial"/>
              </a:defRPr>
            </a:lvl7pPr>
            <a:lvl8pPr>
              <a:defRPr sz="2175" b="1">
                <a:solidFill>
                  <a:srgbClr val="152B25"/>
                </a:solidFill>
                <a:latin typeface="Arial"/>
                <a:ea typeface="Arial"/>
                <a:cs typeface="Arial"/>
              </a:defRPr>
            </a:lvl8pPr>
            <a:lvl9pPr>
              <a:defRPr sz="2175" b="1">
                <a:solidFill>
                  <a:srgbClr val="152B25"/>
                </a:solidFill>
                <a:latin typeface="Arial"/>
                <a:ea typeface="Arial"/>
                <a:cs typeface="Arial"/>
              </a:defRPr>
            </a:lvl9pPr>
          </a:lstStyle>
          <a:p xmlns:a="http://schemas.openxmlformats.org/drawingml/2006/main">
            <a:pPr>
              <a:defRPr sz="2175" b="1">
                <a:solidFill>
                  <a:srgbClr val="152B25"/>
                </a:solidFill>
                <a:latin typeface="Arial"/>
                <a:ea typeface="Arial"/>
                <a:cs typeface="Arial"/>
              </a:defRPr>
            </a:pPr>
            <a:r>
              <a:rPr sz="2175" b="1">
                <a:solidFill>
                  <a:srgbClr val="152B25"/>
                </a:solidFill>
                <a:latin typeface="Arial"/>
                <a:ea typeface="Arial"/>
                <a:cs typeface="Arial"/>
              </a:rPr>
              <a:t>Broader usability testing</a:t>
            </a:r>
          </a:p>
        </p:txBody>
      </p:sp>
      <p:sp>
        <p:nvSpPr>
          <p:cNvPr id="7" name="">
            <a:extLst xmlns:a="http://schemas.openxmlformats.org/drawingml/2006/main">
              <a:ext uri="{FF2B5EF4-FFF2-40B4-BE49-F238E27FC236}">
                <a16:creationId xmlns:a16="http://schemas.microsoft.com/office/drawing/2014/main" id="{91D5649F-60FF-4C18-AA78-044F57F477CB}"/>
              </a:ext>
            </a:extLst>
          </p:cNvPr>
          <p:cNvSpPr>
            <a:spLocks xmlns:a="http://schemas.openxmlformats.org/drawingml/2006/main" noGrp="1"/>
          </p:cNvSpPr>
          <p:nvPr/>
        </p:nvSpPr>
        <p:spPr>
          <a:xfrm xmlns:a="http://schemas.openxmlformats.org/drawingml/2006/main">
            <a:off x="666750" y="3495675"/>
            <a:ext cx="10858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defRPr sz="1950" b="0">
                <a:solidFill>
                  <a:srgbClr val="152B25"/>
                </a:solidFill>
                <a:latin typeface="Arial"/>
                <a:ea typeface="Arial"/>
                <a:cs typeface="Arial"/>
              </a:defRPr>
            </a:lvl1pPr>
            <a:lvl2pPr>
              <a:defRPr sz="1950" b="0">
                <a:solidFill>
                  <a:srgbClr val="152B25"/>
                </a:solidFill>
                <a:latin typeface="Arial"/>
                <a:ea typeface="Arial"/>
                <a:cs typeface="Arial"/>
              </a:defRPr>
            </a:lvl2pPr>
            <a:lvl3pPr>
              <a:defRPr sz="1950" b="0">
                <a:solidFill>
                  <a:srgbClr val="152B25"/>
                </a:solidFill>
                <a:latin typeface="Arial"/>
                <a:ea typeface="Arial"/>
                <a:cs typeface="Arial"/>
              </a:defRPr>
            </a:lvl3pPr>
            <a:lvl4pPr>
              <a:defRPr sz="1950" b="0">
                <a:solidFill>
                  <a:srgbClr val="152B25"/>
                </a:solidFill>
                <a:latin typeface="Arial"/>
                <a:ea typeface="Arial"/>
                <a:cs typeface="Arial"/>
              </a:defRPr>
            </a:lvl4pPr>
            <a:lvl5pPr>
              <a:defRPr sz="1950" b="0">
                <a:solidFill>
                  <a:srgbClr val="152B25"/>
                </a:solidFill>
                <a:latin typeface="Arial"/>
                <a:ea typeface="Arial"/>
                <a:cs typeface="Arial"/>
              </a:defRPr>
            </a:lvl5pPr>
            <a:lvl6pPr>
              <a:defRPr sz="1950" b="0">
                <a:solidFill>
                  <a:srgbClr val="152B25"/>
                </a:solidFill>
                <a:latin typeface="Arial"/>
                <a:ea typeface="Arial"/>
                <a:cs typeface="Arial"/>
              </a:defRPr>
            </a:lvl6pPr>
            <a:lvl7pPr>
              <a:defRPr sz="1950" b="0">
                <a:solidFill>
                  <a:srgbClr val="152B25"/>
                </a:solidFill>
                <a:latin typeface="Arial"/>
                <a:ea typeface="Arial"/>
                <a:cs typeface="Arial"/>
              </a:defRPr>
            </a:lvl7pPr>
            <a:lvl8pPr>
              <a:defRPr sz="1950" b="0">
                <a:solidFill>
                  <a:srgbClr val="152B25"/>
                </a:solidFill>
                <a:latin typeface="Arial"/>
                <a:ea typeface="Arial"/>
                <a:cs typeface="Arial"/>
              </a:defRPr>
            </a:lvl8pPr>
            <a:lvl9pPr>
              <a:defRPr sz="1950" b="0">
                <a:solidFill>
                  <a:srgbClr val="152B25"/>
                </a:solidFill>
                <a:latin typeface="Arial"/>
                <a:ea typeface="Arial"/>
                <a:cs typeface="Arial"/>
              </a:defRPr>
            </a:lvl9pPr>
          </a:lstStyle>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Try more Android versions, physical devices and peer feedback.</a:t>
            </a:r>
          </a:p>
        </p:txBody>
      </p:sp>
      <p:sp>
        <p:nvSpPr>
          <p:cNvPr id="8" name="">
            <a:extLst xmlns:a="http://schemas.openxmlformats.org/drawingml/2006/main">
              <a:ext uri="{FF2B5EF4-FFF2-40B4-BE49-F238E27FC236}">
                <a16:creationId xmlns:a16="http://schemas.microsoft.com/office/drawing/2014/main" id="{A2C1579B-876F-4EEA-A9F1-8E5C5C88C911}"/>
              </a:ext>
            </a:extLst>
          </p:cNvPr>
          <p:cNvSpPr>
            <a:spLocks xmlns:a="http://schemas.openxmlformats.org/drawingml/2006/main" noGrp="1"/>
          </p:cNvSpPr>
          <p:nvPr/>
        </p:nvSpPr>
        <p:spPr>
          <a:xfrm xmlns:a="http://schemas.openxmlformats.org/drawingml/2006/main">
            <a:off x="666750" y="4381500"/>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52B25"/>
                </a:solidFill>
                <a:latin typeface="Arial"/>
                <a:ea typeface="Arial"/>
                <a:cs typeface="Arial"/>
              </a:defRPr>
            </a:defPPr>
            <a:lvl1pPr>
              <a:defRPr sz="2175" b="1">
                <a:solidFill>
                  <a:srgbClr val="152B25"/>
                </a:solidFill>
                <a:latin typeface="Arial"/>
                <a:ea typeface="Arial"/>
                <a:cs typeface="Arial"/>
              </a:defRPr>
            </a:lvl1pPr>
            <a:lvl2pPr>
              <a:defRPr sz="2175" b="1">
                <a:solidFill>
                  <a:srgbClr val="152B25"/>
                </a:solidFill>
                <a:latin typeface="Arial"/>
                <a:ea typeface="Arial"/>
                <a:cs typeface="Arial"/>
              </a:defRPr>
            </a:lvl2pPr>
            <a:lvl3pPr>
              <a:defRPr sz="2175" b="1">
                <a:solidFill>
                  <a:srgbClr val="152B25"/>
                </a:solidFill>
                <a:latin typeface="Arial"/>
                <a:ea typeface="Arial"/>
                <a:cs typeface="Arial"/>
              </a:defRPr>
            </a:lvl3pPr>
            <a:lvl4pPr>
              <a:defRPr sz="2175" b="1">
                <a:solidFill>
                  <a:srgbClr val="152B25"/>
                </a:solidFill>
                <a:latin typeface="Arial"/>
                <a:ea typeface="Arial"/>
                <a:cs typeface="Arial"/>
              </a:defRPr>
            </a:lvl4pPr>
            <a:lvl5pPr>
              <a:defRPr sz="2175" b="1">
                <a:solidFill>
                  <a:srgbClr val="152B25"/>
                </a:solidFill>
                <a:latin typeface="Arial"/>
                <a:ea typeface="Arial"/>
                <a:cs typeface="Arial"/>
              </a:defRPr>
            </a:lvl5pPr>
            <a:lvl6pPr>
              <a:defRPr sz="2175" b="1">
                <a:solidFill>
                  <a:srgbClr val="152B25"/>
                </a:solidFill>
                <a:latin typeface="Arial"/>
                <a:ea typeface="Arial"/>
                <a:cs typeface="Arial"/>
              </a:defRPr>
            </a:lvl6pPr>
            <a:lvl7pPr>
              <a:defRPr sz="2175" b="1">
                <a:solidFill>
                  <a:srgbClr val="152B25"/>
                </a:solidFill>
                <a:latin typeface="Arial"/>
                <a:ea typeface="Arial"/>
                <a:cs typeface="Arial"/>
              </a:defRPr>
            </a:lvl7pPr>
            <a:lvl8pPr>
              <a:defRPr sz="2175" b="1">
                <a:solidFill>
                  <a:srgbClr val="152B25"/>
                </a:solidFill>
                <a:latin typeface="Arial"/>
                <a:ea typeface="Arial"/>
                <a:cs typeface="Arial"/>
              </a:defRPr>
            </a:lvl8pPr>
            <a:lvl9pPr>
              <a:defRPr sz="2175" b="1">
                <a:solidFill>
                  <a:srgbClr val="152B25"/>
                </a:solidFill>
                <a:latin typeface="Arial"/>
                <a:ea typeface="Arial"/>
                <a:cs typeface="Arial"/>
              </a:defRPr>
            </a:lvl9pPr>
          </a:lstStyle>
          <a:p xmlns:a="http://schemas.openxmlformats.org/drawingml/2006/main">
            <a:pPr>
              <a:defRPr sz="2175" b="1">
                <a:solidFill>
                  <a:srgbClr val="152B25"/>
                </a:solidFill>
                <a:latin typeface="Arial"/>
                <a:ea typeface="Arial"/>
                <a:cs typeface="Arial"/>
              </a:defRPr>
            </a:pPr>
            <a:r>
              <a:rPr sz="2175" b="1">
                <a:solidFill>
                  <a:srgbClr val="152B25"/>
                </a:solidFill>
                <a:latin typeface="Arial"/>
                <a:ea typeface="Arial"/>
                <a:cs typeface="Arial"/>
              </a:rPr>
              <a:t>More useful spending insights</a:t>
            </a:r>
          </a:p>
        </p:txBody>
      </p:sp>
      <p:sp>
        <p:nvSpPr>
          <p:cNvPr id="9" name="">
            <a:extLst xmlns:a="http://schemas.openxmlformats.org/drawingml/2006/main">
              <a:ext uri="{FF2B5EF4-FFF2-40B4-BE49-F238E27FC236}">
                <a16:creationId xmlns:a16="http://schemas.microsoft.com/office/drawing/2014/main" id="{32271DF1-C164-4A4C-A796-2E03C3C85C4A}"/>
              </a:ext>
            </a:extLst>
          </p:cNvPr>
          <p:cNvSpPr>
            <a:spLocks xmlns:a="http://schemas.openxmlformats.org/drawingml/2006/main" noGrp="1"/>
          </p:cNvSpPr>
          <p:nvPr/>
        </p:nvSpPr>
        <p:spPr>
          <a:xfrm xmlns:a="http://schemas.openxmlformats.org/drawingml/2006/main">
            <a:off x="666750" y="4876800"/>
            <a:ext cx="10858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defRPr sz="1950" b="0">
                <a:solidFill>
                  <a:srgbClr val="152B25"/>
                </a:solidFill>
                <a:latin typeface="Arial"/>
                <a:ea typeface="Arial"/>
                <a:cs typeface="Arial"/>
              </a:defRPr>
            </a:lvl1pPr>
            <a:lvl2pPr>
              <a:defRPr sz="1950" b="0">
                <a:solidFill>
                  <a:srgbClr val="152B25"/>
                </a:solidFill>
                <a:latin typeface="Arial"/>
                <a:ea typeface="Arial"/>
                <a:cs typeface="Arial"/>
              </a:defRPr>
            </a:lvl2pPr>
            <a:lvl3pPr>
              <a:defRPr sz="1950" b="0">
                <a:solidFill>
                  <a:srgbClr val="152B25"/>
                </a:solidFill>
                <a:latin typeface="Arial"/>
                <a:ea typeface="Arial"/>
                <a:cs typeface="Arial"/>
              </a:defRPr>
            </a:lvl3pPr>
            <a:lvl4pPr>
              <a:defRPr sz="1950" b="0">
                <a:solidFill>
                  <a:srgbClr val="152B25"/>
                </a:solidFill>
                <a:latin typeface="Arial"/>
                <a:ea typeface="Arial"/>
                <a:cs typeface="Arial"/>
              </a:defRPr>
            </a:lvl4pPr>
            <a:lvl5pPr>
              <a:defRPr sz="1950" b="0">
                <a:solidFill>
                  <a:srgbClr val="152B25"/>
                </a:solidFill>
                <a:latin typeface="Arial"/>
                <a:ea typeface="Arial"/>
                <a:cs typeface="Arial"/>
              </a:defRPr>
            </a:lvl5pPr>
            <a:lvl6pPr>
              <a:defRPr sz="1950" b="0">
                <a:solidFill>
                  <a:srgbClr val="152B25"/>
                </a:solidFill>
                <a:latin typeface="Arial"/>
                <a:ea typeface="Arial"/>
                <a:cs typeface="Arial"/>
              </a:defRPr>
            </a:lvl6pPr>
            <a:lvl7pPr>
              <a:defRPr sz="1950" b="0">
                <a:solidFill>
                  <a:srgbClr val="152B25"/>
                </a:solidFill>
                <a:latin typeface="Arial"/>
                <a:ea typeface="Arial"/>
                <a:cs typeface="Arial"/>
              </a:defRPr>
            </a:lvl7pPr>
            <a:lvl8pPr>
              <a:defRPr sz="1950" b="0">
                <a:solidFill>
                  <a:srgbClr val="152B25"/>
                </a:solidFill>
                <a:latin typeface="Arial"/>
                <a:ea typeface="Arial"/>
                <a:cs typeface="Arial"/>
              </a:defRPr>
            </a:lvl8pPr>
            <a:lvl9pPr>
              <a:defRPr sz="1950" b="0">
                <a:solidFill>
                  <a:srgbClr val="152B25"/>
                </a:solidFill>
                <a:latin typeface="Arial"/>
                <a:ea typeface="Arial"/>
                <a:cs typeface="Arial"/>
              </a:defRPr>
            </a:lvl9pPr>
          </a:lstStyle>
          <a:p xmlns:a="http://schemas.openxmlformats.org/drawingml/2006/main">
            <a:pPr>
              <a:defRPr sz="1950" b="0">
                <a:solidFill>
                  <a:srgbClr val="152B25"/>
                </a:solidFill>
                <a:latin typeface="Arial"/>
                <a:ea typeface="Arial"/>
                <a:cs typeface="Arial"/>
              </a:defRPr>
            </a:pPr>
            <a:r>
              <a:rPr sz="1950" b="0">
                <a:solidFill>
                  <a:srgbClr val="152B25"/>
                </a:solidFill>
                <a:latin typeface="Arial"/>
                <a:ea typeface="Arial"/>
                <a:cs typeface="Arial"/>
              </a:rPr>
              <a:t>Add weekly summaries and a local CSV export with exact values.</a:t>
            </a:r>
          </a:p>
        </p:txBody>
      </p:sp>
    </p:spTree>
    <p:extLst>
      <p:ext uri="{BB962C8B-B14F-4D97-AF65-F5344CB8AC3E}">
        <p14:creationId xmlns:p14="http://schemas.microsoft.com/office/powerpoint/2010/main" val="1327894352"/>
      </p:ext>
    </p:extLst>
  </p:cSld>
  <p:transition spd="med">
    <p:fade/>
  </p:transition>
</p:sld>
</file>

<file path=ppt/slides/slide17.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1430F75-FC59-44E3-A036-2242F56E79F9}"/>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GitHub repository and release</a:t>
            </a:r>
          </a:p>
        </p:txBody>
      </p:sp>
      <p:sp>
        <p:nvSpPr>
          <p:cNvPr id="2" name="">
            <a:extLst xmlns:a="http://schemas.openxmlformats.org/drawingml/2006/main">
              <a:ext uri="{FF2B5EF4-FFF2-40B4-BE49-F238E27FC236}">
                <a16:creationId xmlns:a16="http://schemas.microsoft.com/office/drawing/2014/main" id="{98BFE2FE-AFBD-4C87-AD33-81FCFFF2D907}"/>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B4B412CD-F12D-4CA5-91C3-AABADF766A48}"/>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17</a:t>
            </a:r>
          </a:p>
        </p:txBody>
      </p:sp>
      <p:sp>
        <p:nvSpPr>
          <p:cNvPr id="4" name="">
            <a:extLst xmlns:a="http://schemas.openxmlformats.org/drawingml/2006/main">
              <a:ext uri="{FF2B5EF4-FFF2-40B4-BE49-F238E27FC236}">
                <a16:creationId xmlns:a16="http://schemas.microsoft.com/office/drawing/2014/main" id="{3BC78308-A577-4939-8504-AD192219B2E0}"/>
              </a:ext>
            </a:extLst>
          </p:cNvPr>
          <p:cNvSpPr>
            <a:spLocks xmlns:a="http://schemas.openxmlformats.org/drawingml/2006/main" noGrp="1"/>
          </p:cNvSpPr>
          <p:nvPr/>
        </p:nvSpPr>
        <p:spPr>
          <a:xfrm xmlns:a="http://schemas.openxmlformats.org/drawingml/2006/main">
            <a:off x="666750" y="1581150"/>
            <a:ext cx="1085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6452"/>
                </a:solidFill>
                <a:latin typeface="Arial"/>
                <a:ea typeface="Arial"/>
                <a:cs typeface="Arial"/>
              </a:defRPr>
            </a:defPPr>
            <a:lvl1pPr>
              <a:defRPr sz="2175" b="1">
                <a:solidFill>
                  <a:srgbClr val="176452"/>
                </a:solidFill>
                <a:latin typeface="Arial"/>
                <a:ea typeface="Arial"/>
                <a:cs typeface="Arial"/>
              </a:defRPr>
            </a:lvl1pPr>
            <a:lvl2pPr>
              <a:defRPr sz="2175" b="1">
                <a:solidFill>
                  <a:srgbClr val="176452"/>
                </a:solidFill>
                <a:latin typeface="Arial"/>
                <a:ea typeface="Arial"/>
                <a:cs typeface="Arial"/>
              </a:defRPr>
            </a:lvl2pPr>
            <a:lvl3pPr>
              <a:defRPr sz="2175" b="1">
                <a:solidFill>
                  <a:srgbClr val="176452"/>
                </a:solidFill>
                <a:latin typeface="Arial"/>
                <a:ea typeface="Arial"/>
                <a:cs typeface="Arial"/>
              </a:defRPr>
            </a:lvl3pPr>
            <a:lvl4pPr>
              <a:defRPr sz="2175" b="1">
                <a:solidFill>
                  <a:srgbClr val="176452"/>
                </a:solidFill>
                <a:latin typeface="Arial"/>
                <a:ea typeface="Arial"/>
                <a:cs typeface="Arial"/>
              </a:defRPr>
            </a:lvl4pPr>
            <a:lvl5pPr>
              <a:defRPr sz="2175" b="1">
                <a:solidFill>
                  <a:srgbClr val="176452"/>
                </a:solidFill>
                <a:latin typeface="Arial"/>
                <a:ea typeface="Arial"/>
                <a:cs typeface="Arial"/>
              </a:defRPr>
            </a:lvl5pPr>
            <a:lvl6pPr>
              <a:defRPr sz="2175" b="1">
                <a:solidFill>
                  <a:srgbClr val="176452"/>
                </a:solidFill>
                <a:latin typeface="Arial"/>
                <a:ea typeface="Arial"/>
                <a:cs typeface="Arial"/>
              </a:defRPr>
            </a:lvl6pPr>
            <a:lvl7pPr>
              <a:defRPr sz="2175" b="1">
                <a:solidFill>
                  <a:srgbClr val="176452"/>
                </a:solidFill>
                <a:latin typeface="Arial"/>
                <a:ea typeface="Arial"/>
                <a:cs typeface="Arial"/>
              </a:defRPr>
            </a:lvl7pPr>
            <a:lvl8pPr>
              <a:defRPr sz="2175" b="1">
                <a:solidFill>
                  <a:srgbClr val="176452"/>
                </a:solidFill>
                <a:latin typeface="Arial"/>
                <a:ea typeface="Arial"/>
                <a:cs typeface="Arial"/>
              </a:defRPr>
            </a:lvl8pPr>
            <a:lvl9pPr>
              <a:defRPr sz="2175" b="1">
                <a:solidFill>
                  <a:srgbClr val="176452"/>
                </a:solidFill>
                <a:latin typeface="Arial"/>
                <a:ea typeface="Arial"/>
                <a:cs typeface="Arial"/>
              </a:defRPr>
            </a:lvl9pPr>
          </a:lstStyle>
          <a:p xmlns:a="http://schemas.openxmlformats.org/drawingml/2006/main">
            <a:pPr>
              <a:defRPr sz="2175" b="1">
                <a:solidFill>
                  <a:srgbClr val="176452"/>
                </a:solidFill>
                <a:latin typeface="Arial"/>
                <a:ea typeface="Arial"/>
                <a:cs typeface="Arial"/>
              </a:defRPr>
            </a:pPr>
            <a:r>
              <a:rPr sz="2175" b="1">
                <a:solidFill>
                  <a:srgbClr val="176452"/>
                </a:solidFill>
                <a:latin typeface="Arial"/>
                <a:ea typeface="Arial"/>
                <a:cs typeface="Arial"/>
                <a:hlinkClick xmlns:r="http://schemas.openxmlformats.org/officeDocument/2006/relationships" r:id="Rf2b8a92c65aa49b6"/>
              </a:rPr>
              <a:t>https://github.com/Omswaroopreddyudumula/ajxom-budget-bites</a:t>
            </a:r>
          </a:p>
        </p:txBody>
      </p:sp>
      <p:sp>
        <p:nvSpPr>
          <p:cNvPr id="5" name="">
            <a:extLst xmlns:a="http://schemas.openxmlformats.org/drawingml/2006/main">
              <a:ext uri="{FF2B5EF4-FFF2-40B4-BE49-F238E27FC236}">
                <a16:creationId xmlns:a16="http://schemas.microsoft.com/office/drawing/2014/main" id="{6EDC1255-CC6B-4F7B-ADBC-AB8D3D269548}"/>
              </a:ext>
            </a:extLst>
          </p:cNvPr>
          <p:cNvSpPr>
            <a:spLocks xmlns:a="http://schemas.openxmlformats.org/drawingml/2006/main" noGrp="1"/>
          </p:cNvSpPr>
          <p:nvPr/>
        </p:nvSpPr>
        <p:spPr>
          <a:xfrm xmlns:a="http://schemas.openxmlformats.org/drawingml/2006/main">
            <a:off x="666750" y="2667000"/>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52B25"/>
                </a:solidFill>
                <a:latin typeface="Arial"/>
                <a:ea typeface="Arial"/>
                <a:cs typeface="Arial"/>
              </a:defRPr>
            </a:defPPr>
            <a:lvl1pPr>
              <a:defRPr sz="1875" b="1">
                <a:solidFill>
                  <a:srgbClr val="152B25"/>
                </a:solidFill>
                <a:latin typeface="Arial"/>
                <a:ea typeface="Arial"/>
                <a:cs typeface="Arial"/>
              </a:defRPr>
            </a:lvl1pPr>
            <a:lvl2pPr>
              <a:defRPr sz="1875" b="1">
                <a:solidFill>
                  <a:srgbClr val="152B25"/>
                </a:solidFill>
                <a:latin typeface="Arial"/>
                <a:ea typeface="Arial"/>
                <a:cs typeface="Arial"/>
              </a:defRPr>
            </a:lvl2pPr>
            <a:lvl3pPr>
              <a:defRPr sz="1875" b="1">
                <a:solidFill>
                  <a:srgbClr val="152B25"/>
                </a:solidFill>
                <a:latin typeface="Arial"/>
                <a:ea typeface="Arial"/>
                <a:cs typeface="Arial"/>
              </a:defRPr>
            </a:lvl3pPr>
            <a:lvl4pPr>
              <a:defRPr sz="1875" b="1">
                <a:solidFill>
                  <a:srgbClr val="152B25"/>
                </a:solidFill>
                <a:latin typeface="Arial"/>
                <a:ea typeface="Arial"/>
                <a:cs typeface="Arial"/>
              </a:defRPr>
            </a:lvl4pPr>
            <a:lvl5pPr>
              <a:defRPr sz="1875" b="1">
                <a:solidFill>
                  <a:srgbClr val="152B25"/>
                </a:solidFill>
                <a:latin typeface="Arial"/>
                <a:ea typeface="Arial"/>
                <a:cs typeface="Arial"/>
              </a:defRPr>
            </a:lvl5pPr>
            <a:lvl6pPr>
              <a:defRPr sz="1875" b="1">
                <a:solidFill>
                  <a:srgbClr val="152B25"/>
                </a:solidFill>
                <a:latin typeface="Arial"/>
                <a:ea typeface="Arial"/>
                <a:cs typeface="Arial"/>
              </a:defRPr>
            </a:lvl6pPr>
            <a:lvl7pPr>
              <a:defRPr sz="1875" b="1">
                <a:solidFill>
                  <a:srgbClr val="152B25"/>
                </a:solidFill>
                <a:latin typeface="Arial"/>
                <a:ea typeface="Arial"/>
                <a:cs typeface="Arial"/>
              </a:defRPr>
            </a:lvl7pPr>
            <a:lvl8pPr>
              <a:defRPr sz="1875" b="1">
                <a:solidFill>
                  <a:srgbClr val="152B25"/>
                </a:solidFill>
                <a:latin typeface="Arial"/>
                <a:ea typeface="Arial"/>
                <a:cs typeface="Arial"/>
              </a:defRPr>
            </a:lvl8pPr>
            <a:lvl9pPr>
              <a:defRPr sz="1875" b="1">
                <a:solidFill>
                  <a:srgbClr val="152B25"/>
                </a:solidFill>
                <a:latin typeface="Arial"/>
                <a:ea typeface="Arial"/>
                <a:cs typeface="Arial"/>
              </a:defRPr>
            </a:lvl9pPr>
          </a:lstStyle>
          <a:p xmlns:a="http://schemas.openxmlformats.org/drawingml/2006/main">
            <a:pPr>
              <a:defRPr sz="1875" b="1">
                <a:solidFill>
                  <a:srgbClr val="152B25"/>
                </a:solidFill>
                <a:latin typeface="Arial"/>
                <a:ea typeface="Arial"/>
                <a:cs typeface="Arial"/>
              </a:defRPr>
            </a:pPr>
            <a:r>
              <a:rPr sz="1875" b="1">
                <a:solidFill>
                  <a:srgbClr val="152B25"/>
                </a:solidFill>
                <a:latin typeface="Arial"/>
                <a:ea typeface="Arial"/>
                <a:cs typeface="Arial"/>
              </a:rPr>
              <a:t>lib/</a:t>
            </a:r>
          </a:p>
        </p:txBody>
      </p:sp>
      <p:sp>
        <p:nvSpPr>
          <p:cNvPr id="6" name="">
            <a:extLst xmlns:a="http://schemas.openxmlformats.org/drawingml/2006/main">
              <a:ext uri="{FF2B5EF4-FFF2-40B4-BE49-F238E27FC236}">
                <a16:creationId xmlns:a16="http://schemas.microsoft.com/office/drawing/2014/main" id="{829A4655-0E30-4BFC-87C7-F20D4C6B986D}"/>
              </a:ext>
            </a:extLst>
          </p:cNvPr>
          <p:cNvSpPr>
            <a:spLocks xmlns:a="http://schemas.openxmlformats.org/drawingml/2006/main" noGrp="1"/>
          </p:cNvSpPr>
          <p:nvPr/>
        </p:nvSpPr>
        <p:spPr>
          <a:xfrm xmlns:a="http://schemas.openxmlformats.org/drawingml/2006/main">
            <a:off x="4048125" y="2667000"/>
            <a:ext cx="74771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Flutter screens, shared state, database and Lunch Lens</a:t>
            </a:r>
          </a:p>
        </p:txBody>
      </p:sp>
      <p:sp>
        <p:nvSpPr>
          <p:cNvPr id="7" name="">
            <a:extLst xmlns:a="http://schemas.openxmlformats.org/drawingml/2006/main">
              <a:ext uri="{FF2B5EF4-FFF2-40B4-BE49-F238E27FC236}">
                <a16:creationId xmlns:a16="http://schemas.microsoft.com/office/drawing/2014/main" id="{009B62AB-BB30-4C53-9F49-9D3976C57991}"/>
              </a:ext>
            </a:extLst>
          </p:cNvPr>
          <p:cNvSpPr>
            <a:spLocks xmlns:a="http://schemas.openxmlformats.org/drawingml/2006/main" noGrp="1"/>
          </p:cNvSpPr>
          <p:nvPr/>
        </p:nvSpPr>
        <p:spPr>
          <a:xfrm xmlns:a="http://schemas.openxmlformats.org/drawingml/2006/main">
            <a:off x="666750" y="3429000"/>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52B25"/>
                </a:solidFill>
                <a:latin typeface="Arial"/>
                <a:ea typeface="Arial"/>
                <a:cs typeface="Arial"/>
              </a:defRPr>
            </a:defPPr>
            <a:lvl1pPr>
              <a:defRPr sz="1875" b="1">
                <a:solidFill>
                  <a:srgbClr val="152B25"/>
                </a:solidFill>
                <a:latin typeface="Arial"/>
                <a:ea typeface="Arial"/>
                <a:cs typeface="Arial"/>
              </a:defRPr>
            </a:lvl1pPr>
            <a:lvl2pPr>
              <a:defRPr sz="1875" b="1">
                <a:solidFill>
                  <a:srgbClr val="152B25"/>
                </a:solidFill>
                <a:latin typeface="Arial"/>
                <a:ea typeface="Arial"/>
                <a:cs typeface="Arial"/>
              </a:defRPr>
            </a:lvl2pPr>
            <a:lvl3pPr>
              <a:defRPr sz="1875" b="1">
                <a:solidFill>
                  <a:srgbClr val="152B25"/>
                </a:solidFill>
                <a:latin typeface="Arial"/>
                <a:ea typeface="Arial"/>
                <a:cs typeface="Arial"/>
              </a:defRPr>
            </a:lvl3pPr>
            <a:lvl4pPr>
              <a:defRPr sz="1875" b="1">
                <a:solidFill>
                  <a:srgbClr val="152B25"/>
                </a:solidFill>
                <a:latin typeface="Arial"/>
                <a:ea typeface="Arial"/>
                <a:cs typeface="Arial"/>
              </a:defRPr>
            </a:lvl4pPr>
            <a:lvl5pPr>
              <a:defRPr sz="1875" b="1">
                <a:solidFill>
                  <a:srgbClr val="152B25"/>
                </a:solidFill>
                <a:latin typeface="Arial"/>
                <a:ea typeface="Arial"/>
                <a:cs typeface="Arial"/>
              </a:defRPr>
            </a:lvl5pPr>
            <a:lvl6pPr>
              <a:defRPr sz="1875" b="1">
                <a:solidFill>
                  <a:srgbClr val="152B25"/>
                </a:solidFill>
                <a:latin typeface="Arial"/>
                <a:ea typeface="Arial"/>
                <a:cs typeface="Arial"/>
              </a:defRPr>
            </a:lvl6pPr>
            <a:lvl7pPr>
              <a:defRPr sz="1875" b="1">
                <a:solidFill>
                  <a:srgbClr val="152B25"/>
                </a:solidFill>
                <a:latin typeface="Arial"/>
                <a:ea typeface="Arial"/>
                <a:cs typeface="Arial"/>
              </a:defRPr>
            </a:lvl7pPr>
            <a:lvl8pPr>
              <a:defRPr sz="1875" b="1">
                <a:solidFill>
                  <a:srgbClr val="152B25"/>
                </a:solidFill>
                <a:latin typeface="Arial"/>
                <a:ea typeface="Arial"/>
                <a:cs typeface="Arial"/>
              </a:defRPr>
            </a:lvl8pPr>
            <a:lvl9pPr>
              <a:defRPr sz="1875" b="1">
                <a:solidFill>
                  <a:srgbClr val="152B25"/>
                </a:solidFill>
                <a:latin typeface="Arial"/>
                <a:ea typeface="Arial"/>
                <a:cs typeface="Arial"/>
              </a:defRPr>
            </a:lvl9pPr>
          </a:lstStyle>
          <a:p xmlns:a="http://schemas.openxmlformats.org/drawingml/2006/main">
            <a:pPr>
              <a:defRPr sz="1875" b="1">
                <a:solidFill>
                  <a:srgbClr val="152B25"/>
                </a:solidFill>
                <a:latin typeface="Arial"/>
                <a:ea typeface="Arial"/>
                <a:cs typeface="Arial"/>
              </a:defRPr>
            </a:pPr>
            <a:r>
              <a:rPr sz="1875" b="1">
                <a:solidFill>
                  <a:srgbClr val="152B25"/>
                </a:solidFill>
                <a:latin typeface="Arial"/>
                <a:ea typeface="Arial"/>
                <a:cs typeface="Arial"/>
              </a:rPr>
              <a:t>test/ + integration_test/</a:t>
            </a:r>
          </a:p>
        </p:txBody>
      </p:sp>
      <p:sp>
        <p:nvSpPr>
          <p:cNvPr id="8" name="">
            <a:extLst xmlns:a="http://schemas.openxmlformats.org/drawingml/2006/main">
              <a:ext uri="{FF2B5EF4-FFF2-40B4-BE49-F238E27FC236}">
                <a16:creationId xmlns:a16="http://schemas.microsoft.com/office/drawing/2014/main" id="{788A3B31-0062-4F8B-B507-7DCE2EAF2772}"/>
              </a:ext>
            </a:extLst>
          </p:cNvPr>
          <p:cNvSpPr>
            <a:spLocks xmlns:a="http://schemas.openxmlformats.org/drawingml/2006/main" noGrp="1"/>
          </p:cNvSpPr>
          <p:nvPr/>
        </p:nvSpPr>
        <p:spPr>
          <a:xfrm xmlns:a="http://schemas.openxmlformats.org/drawingml/2006/main">
            <a:off x="4048125" y="3429000"/>
            <a:ext cx="74771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Logic/widget checks and real SQLite checks on Android</a:t>
            </a:r>
          </a:p>
        </p:txBody>
      </p:sp>
      <p:sp>
        <p:nvSpPr>
          <p:cNvPr id="9" name="">
            <a:extLst xmlns:a="http://schemas.openxmlformats.org/drawingml/2006/main">
              <a:ext uri="{FF2B5EF4-FFF2-40B4-BE49-F238E27FC236}">
                <a16:creationId xmlns:a16="http://schemas.microsoft.com/office/drawing/2014/main" id="{EEEE4043-1B2C-4415-ACFD-882466C46884}"/>
              </a:ext>
            </a:extLst>
          </p:cNvPr>
          <p:cNvSpPr>
            <a:spLocks xmlns:a="http://schemas.openxmlformats.org/drawingml/2006/main" noGrp="1"/>
          </p:cNvSpPr>
          <p:nvPr/>
        </p:nvSpPr>
        <p:spPr>
          <a:xfrm xmlns:a="http://schemas.openxmlformats.org/drawingml/2006/main">
            <a:off x="666750" y="4191000"/>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52B25"/>
                </a:solidFill>
                <a:latin typeface="Arial"/>
                <a:ea typeface="Arial"/>
                <a:cs typeface="Arial"/>
              </a:defRPr>
            </a:defPPr>
            <a:lvl1pPr>
              <a:defRPr sz="1875" b="1">
                <a:solidFill>
                  <a:srgbClr val="152B25"/>
                </a:solidFill>
                <a:latin typeface="Arial"/>
                <a:ea typeface="Arial"/>
                <a:cs typeface="Arial"/>
              </a:defRPr>
            </a:lvl1pPr>
            <a:lvl2pPr>
              <a:defRPr sz="1875" b="1">
                <a:solidFill>
                  <a:srgbClr val="152B25"/>
                </a:solidFill>
                <a:latin typeface="Arial"/>
                <a:ea typeface="Arial"/>
                <a:cs typeface="Arial"/>
              </a:defRPr>
            </a:lvl2pPr>
            <a:lvl3pPr>
              <a:defRPr sz="1875" b="1">
                <a:solidFill>
                  <a:srgbClr val="152B25"/>
                </a:solidFill>
                <a:latin typeface="Arial"/>
                <a:ea typeface="Arial"/>
                <a:cs typeface="Arial"/>
              </a:defRPr>
            </a:lvl3pPr>
            <a:lvl4pPr>
              <a:defRPr sz="1875" b="1">
                <a:solidFill>
                  <a:srgbClr val="152B25"/>
                </a:solidFill>
                <a:latin typeface="Arial"/>
                <a:ea typeface="Arial"/>
                <a:cs typeface="Arial"/>
              </a:defRPr>
            </a:lvl4pPr>
            <a:lvl5pPr>
              <a:defRPr sz="1875" b="1">
                <a:solidFill>
                  <a:srgbClr val="152B25"/>
                </a:solidFill>
                <a:latin typeface="Arial"/>
                <a:ea typeface="Arial"/>
                <a:cs typeface="Arial"/>
              </a:defRPr>
            </a:lvl5pPr>
            <a:lvl6pPr>
              <a:defRPr sz="1875" b="1">
                <a:solidFill>
                  <a:srgbClr val="152B25"/>
                </a:solidFill>
                <a:latin typeface="Arial"/>
                <a:ea typeface="Arial"/>
                <a:cs typeface="Arial"/>
              </a:defRPr>
            </a:lvl6pPr>
            <a:lvl7pPr>
              <a:defRPr sz="1875" b="1">
                <a:solidFill>
                  <a:srgbClr val="152B25"/>
                </a:solidFill>
                <a:latin typeface="Arial"/>
                <a:ea typeface="Arial"/>
                <a:cs typeface="Arial"/>
              </a:defRPr>
            </a:lvl7pPr>
            <a:lvl8pPr>
              <a:defRPr sz="1875" b="1">
                <a:solidFill>
                  <a:srgbClr val="152B25"/>
                </a:solidFill>
                <a:latin typeface="Arial"/>
                <a:ea typeface="Arial"/>
                <a:cs typeface="Arial"/>
              </a:defRPr>
            </a:lvl8pPr>
            <a:lvl9pPr>
              <a:defRPr sz="1875" b="1">
                <a:solidFill>
                  <a:srgbClr val="152B25"/>
                </a:solidFill>
                <a:latin typeface="Arial"/>
                <a:ea typeface="Arial"/>
                <a:cs typeface="Arial"/>
              </a:defRPr>
            </a:lvl9pPr>
          </a:lstStyle>
          <a:p xmlns:a="http://schemas.openxmlformats.org/drawingml/2006/main">
            <a:pPr>
              <a:defRPr sz="1875" b="1">
                <a:solidFill>
                  <a:srgbClr val="152B25"/>
                </a:solidFill>
                <a:latin typeface="Arial"/>
                <a:ea typeface="Arial"/>
                <a:cs typeface="Arial"/>
              </a:defRPr>
            </a:pPr>
            <a:r>
              <a:rPr sz="1875" b="1">
                <a:solidFill>
                  <a:srgbClr val="152B25"/>
                </a:solidFill>
                <a:latin typeface="Arial"/>
                <a:ea typeface="Arial"/>
                <a:cs typeface="Arial"/>
              </a:rPr>
              <a:t>README + docs/ + evidence/</a:t>
            </a:r>
          </a:p>
        </p:txBody>
      </p:sp>
      <p:sp>
        <p:nvSpPr>
          <p:cNvPr id="10" name="">
            <a:extLst xmlns:a="http://schemas.openxmlformats.org/drawingml/2006/main">
              <a:ext uri="{FF2B5EF4-FFF2-40B4-BE49-F238E27FC236}">
                <a16:creationId xmlns:a16="http://schemas.microsoft.com/office/drawing/2014/main" id="{01CFF248-F7DE-4463-B58E-6C8C75BADF48}"/>
              </a:ext>
            </a:extLst>
          </p:cNvPr>
          <p:cNvSpPr>
            <a:spLocks xmlns:a="http://schemas.openxmlformats.org/drawingml/2006/main" noGrp="1"/>
          </p:cNvSpPr>
          <p:nvPr/>
        </p:nvSpPr>
        <p:spPr>
          <a:xfrm xmlns:a="http://schemas.openxmlformats.org/drawingml/2006/main">
            <a:off x="4048125" y="4191000"/>
            <a:ext cx="74771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Setup, architecture, helper evaluation and genuine test evidence</a:t>
            </a:r>
          </a:p>
        </p:txBody>
      </p:sp>
      <p:sp>
        <p:nvSpPr>
          <p:cNvPr id="11" name="">
            <a:extLst xmlns:a="http://schemas.openxmlformats.org/drawingml/2006/main">
              <a:ext uri="{FF2B5EF4-FFF2-40B4-BE49-F238E27FC236}">
                <a16:creationId xmlns:a16="http://schemas.microsoft.com/office/drawing/2014/main" id="{088E4679-6217-4CE3-963E-AE9F0C66A1C3}"/>
              </a:ext>
            </a:extLst>
          </p:cNvPr>
          <p:cNvSpPr>
            <a:spLocks xmlns:a="http://schemas.openxmlformats.org/drawingml/2006/main" noGrp="1"/>
          </p:cNvSpPr>
          <p:nvPr/>
        </p:nvSpPr>
        <p:spPr>
          <a:xfrm xmlns:a="http://schemas.openxmlformats.org/drawingml/2006/main">
            <a:off x="666750" y="4953000"/>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52B25"/>
                </a:solidFill>
                <a:latin typeface="Arial"/>
                <a:ea typeface="Arial"/>
                <a:cs typeface="Arial"/>
              </a:defRPr>
            </a:defPPr>
            <a:lvl1pPr>
              <a:defRPr sz="1875" b="1">
                <a:solidFill>
                  <a:srgbClr val="152B25"/>
                </a:solidFill>
                <a:latin typeface="Arial"/>
                <a:ea typeface="Arial"/>
                <a:cs typeface="Arial"/>
              </a:defRPr>
            </a:lvl1pPr>
            <a:lvl2pPr>
              <a:defRPr sz="1875" b="1">
                <a:solidFill>
                  <a:srgbClr val="152B25"/>
                </a:solidFill>
                <a:latin typeface="Arial"/>
                <a:ea typeface="Arial"/>
                <a:cs typeface="Arial"/>
              </a:defRPr>
            </a:lvl2pPr>
            <a:lvl3pPr>
              <a:defRPr sz="1875" b="1">
                <a:solidFill>
                  <a:srgbClr val="152B25"/>
                </a:solidFill>
                <a:latin typeface="Arial"/>
                <a:ea typeface="Arial"/>
                <a:cs typeface="Arial"/>
              </a:defRPr>
            </a:lvl3pPr>
            <a:lvl4pPr>
              <a:defRPr sz="1875" b="1">
                <a:solidFill>
                  <a:srgbClr val="152B25"/>
                </a:solidFill>
                <a:latin typeface="Arial"/>
                <a:ea typeface="Arial"/>
                <a:cs typeface="Arial"/>
              </a:defRPr>
            </a:lvl4pPr>
            <a:lvl5pPr>
              <a:defRPr sz="1875" b="1">
                <a:solidFill>
                  <a:srgbClr val="152B25"/>
                </a:solidFill>
                <a:latin typeface="Arial"/>
                <a:ea typeface="Arial"/>
                <a:cs typeface="Arial"/>
              </a:defRPr>
            </a:lvl5pPr>
            <a:lvl6pPr>
              <a:defRPr sz="1875" b="1">
                <a:solidFill>
                  <a:srgbClr val="152B25"/>
                </a:solidFill>
                <a:latin typeface="Arial"/>
                <a:ea typeface="Arial"/>
                <a:cs typeface="Arial"/>
              </a:defRPr>
            </a:lvl6pPr>
            <a:lvl7pPr>
              <a:defRPr sz="1875" b="1">
                <a:solidFill>
                  <a:srgbClr val="152B25"/>
                </a:solidFill>
                <a:latin typeface="Arial"/>
                <a:ea typeface="Arial"/>
                <a:cs typeface="Arial"/>
              </a:defRPr>
            </a:lvl7pPr>
            <a:lvl8pPr>
              <a:defRPr sz="1875" b="1">
                <a:solidFill>
                  <a:srgbClr val="152B25"/>
                </a:solidFill>
                <a:latin typeface="Arial"/>
                <a:ea typeface="Arial"/>
                <a:cs typeface="Arial"/>
              </a:defRPr>
            </a:lvl8pPr>
            <a:lvl9pPr>
              <a:defRPr sz="1875" b="1">
                <a:solidFill>
                  <a:srgbClr val="152B25"/>
                </a:solidFill>
                <a:latin typeface="Arial"/>
                <a:ea typeface="Arial"/>
                <a:cs typeface="Arial"/>
              </a:defRPr>
            </a:lvl9pPr>
          </a:lstStyle>
          <a:p xmlns:a="http://schemas.openxmlformats.org/drawingml/2006/main">
            <a:pPr>
              <a:defRPr sz="1875" b="1">
                <a:solidFill>
                  <a:srgbClr val="152B25"/>
                </a:solidFill>
                <a:latin typeface="Arial"/>
                <a:ea typeface="Arial"/>
                <a:cs typeface="Arial"/>
              </a:defRPr>
            </a:pPr>
            <a:r>
              <a:rPr sz="1875" b="1">
                <a:solidFill>
                  <a:srgbClr val="152B25"/>
                </a:solidFill>
                <a:latin typeface="Arial"/>
                <a:ea typeface="Arial"/>
                <a:cs typeface="Arial"/>
              </a:rPr>
              <a:t>History + Releases</a:t>
            </a:r>
          </a:p>
        </p:txBody>
      </p:sp>
      <p:sp>
        <p:nvSpPr>
          <p:cNvPr id="12" name="">
            <a:extLst xmlns:a="http://schemas.openxmlformats.org/drawingml/2006/main">
              <a:ext uri="{FF2B5EF4-FFF2-40B4-BE49-F238E27FC236}">
                <a16:creationId xmlns:a16="http://schemas.microsoft.com/office/drawing/2014/main" id="{73668B26-04FF-407B-AF71-09D66D4C944E}"/>
              </a:ext>
            </a:extLst>
          </p:cNvPr>
          <p:cNvSpPr>
            <a:spLocks xmlns:a="http://schemas.openxmlformats.org/drawingml/2006/main" noGrp="1"/>
          </p:cNvSpPr>
          <p:nvPr/>
        </p:nvSpPr>
        <p:spPr>
          <a:xfrm xmlns:a="http://schemas.openxmlformats.org/drawingml/2006/main">
            <a:off x="4048125" y="4953000"/>
            <a:ext cx="74771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defRPr sz="1800" b="0">
                <a:solidFill>
                  <a:srgbClr val="152B25"/>
                </a:solidFill>
                <a:latin typeface="Arial"/>
                <a:ea typeface="Arial"/>
                <a:cs typeface="Arial"/>
              </a:defRPr>
            </a:lvl1pPr>
            <a:lvl2pPr>
              <a:defRPr sz="1800" b="0">
                <a:solidFill>
                  <a:srgbClr val="152B25"/>
                </a:solidFill>
                <a:latin typeface="Arial"/>
                <a:ea typeface="Arial"/>
                <a:cs typeface="Arial"/>
              </a:defRPr>
            </a:lvl2pPr>
            <a:lvl3pPr>
              <a:defRPr sz="1800" b="0">
                <a:solidFill>
                  <a:srgbClr val="152B25"/>
                </a:solidFill>
                <a:latin typeface="Arial"/>
                <a:ea typeface="Arial"/>
                <a:cs typeface="Arial"/>
              </a:defRPr>
            </a:lvl3pPr>
            <a:lvl4pPr>
              <a:defRPr sz="1800" b="0">
                <a:solidFill>
                  <a:srgbClr val="152B25"/>
                </a:solidFill>
                <a:latin typeface="Arial"/>
                <a:ea typeface="Arial"/>
                <a:cs typeface="Arial"/>
              </a:defRPr>
            </a:lvl4pPr>
            <a:lvl5pPr>
              <a:defRPr sz="1800" b="0">
                <a:solidFill>
                  <a:srgbClr val="152B25"/>
                </a:solidFill>
                <a:latin typeface="Arial"/>
                <a:ea typeface="Arial"/>
                <a:cs typeface="Arial"/>
              </a:defRPr>
            </a:lvl5pPr>
            <a:lvl6pPr>
              <a:defRPr sz="1800" b="0">
                <a:solidFill>
                  <a:srgbClr val="152B25"/>
                </a:solidFill>
                <a:latin typeface="Arial"/>
                <a:ea typeface="Arial"/>
                <a:cs typeface="Arial"/>
              </a:defRPr>
            </a:lvl6pPr>
            <a:lvl7pPr>
              <a:defRPr sz="1800" b="0">
                <a:solidFill>
                  <a:srgbClr val="152B25"/>
                </a:solidFill>
                <a:latin typeface="Arial"/>
                <a:ea typeface="Arial"/>
                <a:cs typeface="Arial"/>
              </a:defRPr>
            </a:lvl7pPr>
            <a:lvl8pPr>
              <a:defRPr sz="1800" b="0">
                <a:solidFill>
                  <a:srgbClr val="152B25"/>
                </a:solidFill>
                <a:latin typeface="Arial"/>
                <a:ea typeface="Arial"/>
                <a:cs typeface="Arial"/>
              </a:defRPr>
            </a:lvl8pPr>
            <a:lvl9pPr>
              <a:defRPr sz="1800" b="0">
                <a:solidFill>
                  <a:srgbClr val="152B25"/>
                </a:solidFill>
                <a:latin typeface="Arial"/>
                <a:ea typeface="Arial"/>
                <a:cs typeface="Arial"/>
              </a:defRPr>
            </a:lvl9pPr>
          </a:lstStyle>
          <a:p xmlns:a="http://schemas.openxmlformats.org/drawingml/2006/main">
            <a:pPr>
              <a:defRPr sz="1800" b="0">
                <a:solidFill>
                  <a:srgbClr val="152B25"/>
                </a:solidFill>
                <a:latin typeface="Arial"/>
                <a:ea typeface="Arial"/>
                <a:cs typeface="Arial"/>
              </a:defRPr>
            </a:pPr>
            <a:r>
              <a:rPr sz="1800" b="0">
                <a:solidFill>
                  <a:srgbClr val="152B25"/>
                </a:solidFill>
                <a:latin typeface="Arial"/>
                <a:ea typeface="Arial"/>
                <a:cs typeface="Arial"/>
              </a:rPr>
              <a:t>Preserved teammate commits, integration merge and Android APK</a:t>
            </a:r>
          </a:p>
        </p:txBody>
      </p:sp>
    </p:spTree>
    <p:extLst>
      <p:ext uri="{BB962C8B-B14F-4D97-AF65-F5344CB8AC3E}">
        <p14:creationId xmlns:p14="http://schemas.microsoft.com/office/powerpoint/2010/main" val="1752072844"/>
      </p:ext>
    </p:extLst>
  </p:cSld>
  <p:transition spd="med">
    <p:fade/>
  </p:transition>
</p:sld>
</file>

<file path=ppt/slides/slide18.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6BAD9E0-D08B-4BB6-8C77-A981457674F3}"/>
              </a:ext>
            </a:extLst>
          </p:cNvPr>
          <p:cNvSpPr>
            <a:spLocks xmlns:a="http://schemas.openxmlformats.org/drawingml/2006/main" noGrp="1"/>
          </p:cNvSpPr>
          <p:nvPr/>
        </p:nvSpPr>
        <p:spPr>
          <a:xfrm xmlns:a="http://schemas.openxmlformats.org/drawingml/2006/main">
            <a:off x="609600" y="4000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defRPr sz="3150" b="1">
                <a:solidFill>
                  <a:srgbClr val="152B25"/>
                </a:solidFill>
                <a:latin typeface="Arial"/>
                <a:ea typeface="Arial"/>
                <a:cs typeface="Arial"/>
              </a:defRPr>
            </a:lvl1pPr>
            <a:lvl2pPr>
              <a:defRPr sz="3150" b="1">
                <a:solidFill>
                  <a:srgbClr val="152B25"/>
                </a:solidFill>
                <a:latin typeface="Arial"/>
                <a:ea typeface="Arial"/>
                <a:cs typeface="Arial"/>
              </a:defRPr>
            </a:lvl2pPr>
            <a:lvl3pPr>
              <a:defRPr sz="3150" b="1">
                <a:solidFill>
                  <a:srgbClr val="152B25"/>
                </a:solidFill>
                <a:latin typeface="Arial"/>
                <a:ea typeface="Arial"/>
                <a:cs typeface="Arial"/>
              </a:defRPr>
            </a:lvl3pPr>
            <a:lvl4pPr>
              <a:defRPr sz="3150" b="1">
                <a:solidFill>
                  <a:srgbClr val="152B25"/>
                </a:solidFill>
                <a:latin typeface="Arial"/>
                <a:ea typeface="Arial"/>
                <a:cs typeface="Arial"/>
              </a:defRPr>
            </a:lvl4pPr>
            <a:lvl5pPr>
              <a:defRPr sz="3150" b="1">
                <a:solidFill>
                  <a:srgbClr val="152B25"/>
                </a:solidFill>
                <a:latin typeface="Arial"/>
                <a:ea typeface="Arial"/>
                <a:cs typeface="Arial"/>
              </a:defRPr>
            </a:lvl5pPr>
            <a:lvl6pPr>
              <a:defRPr sz="3150" b="1">
                <a:solidFill>
                  <a:srgbClr val="152B25"/>
                </a:solidFill>
                <a:latin typeface="Arial"/>
                <a:ea typeface="Arial"/>
                <a:cs typeface="Arial"/>
              </a:defRPr>
            </a:lvl6pPr>
            <a:lvl7pPr>
              <a:defRPr sz="3150" b="1">
                <a:solidFill>
                  <a:srgbClr val="152B25"/>
                </a:solidFill>
                <a:latin typeface="Arial"/>
                <a:ea typeface="Arial"/>
                <a:cs typeface="Arial"/>
              </a:defRPr>
            </a:lvl7pPr>
            <a:lvl8pPr>
              <a:defRPr sz="3150" b="1">
                <a:solidFill>
                  <a:srgbClr val="152B25"/>
                </a:solidFill>
                <a:latin typeface="Arial"/>
                <a:ea typeface="Arial"/>
                <a:cs typeface="Arial"/>
              </a:defRPr>
            </a:lvl8pPr>
            <a:lvl9pPr>
              <a:defRPr sz="3150" b="1">
                <a:solidFill>
                  <a:srgbClr val="152B25"/>
                </a:solidFill>
                <a:latin typeface="Arial"/>
                <a:ea typeface="Arial"/>
                <a:cs typeface="Arial"/>
              </a:defRPr>
            </a:lvl9pPr>
          </a:lstStyle>
          <a:p xmlns:a="http://schemas.openxmlformats.org/drawingml/2006/main">
            <a:pPr>
              <a:defRPr sz="3150" b="1">
                <a:solidFill>
                  <a:srgbClr val="152B25"/>
                </a:solidFill>
                <a:latin typeface="Arial"/>
                <a:ea typeface="Arial"/>
                <a:cs typeface="Arial"/>
              </a:defRPr>
            </a:pPr>
            <a:r>
              <a:rPr sz="3150" b="1">
                <a:solidFill>
                  <a:srgbClr val="152B25"/>
                </a:solidFill>
                <a:latin typeface="Arial"/>
                <a:ea typeface="Arial"/>
                <a:cs typeface="Arial"/>
              </a:rPr>
              <a:t>Thank you</a:t>
            </a:r>
          </a:p>
        </p:txBody>
      </p:sp>
      <p:sp>
        <p:nvSpPr>
          <p:cNvPr id="2" name="">
            <a:extLst xmlns:a="http://schemas.openxmlformats.org/drawingml/2006/main">
              <a:ext uri="{FF2B5EF4-FFF2-40B4-BE49-F238E27FC236}">
                <a16:creationId xmlns:a16="http://schemas.microsoft.com/office/drawing/2014/main" id="{81DDE399-086A-4CCD-8E6D-F897C34B5E07}"/>
              </a:ext>
            </a:extLst>
          </p:cNvPr>
          <p:cNvSpPr>
            <a:spLocks xmlns:a="http://schemas.openxmlformats.org/drawingml/2006/main" noGrp="1"/>
          </p:cNvSpPr>
          <p:nvPr/>
        </p:nvSpPr>
        <p:spPr>
          <a:xfrm xmlns:a="http://schemas.openxmlformats.org/drawingml/2006/main">
            <a:off x="609600" y="63436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Budget Bites   /   AjxOm</a:t>
            </a:r>
          </a:p>
        </p:txBody>
      </p:sp>
      <p:sp>
        <p:nvSpPr>
          <p:cNvPr id="3" name="">
            <a:extLst xmlns:a="http://schemas.openxmlformats.org/drawingml/2006/main">
              <a:ext uri="{FF2B5EF4-FFF2-40B4-BE49-F238E27FC236}">
                <a16:creationId xmlns:a16="http://schemas.microsoft.com/office/drawing/2014/main" id="{353465C6-94C5-4DEE-B9FB-FB0BE96CBF51}"/>
              </a:ext>
            </a:extLst>
          </p:cNvPr>
          <p:cNvSpPr>
            <a:spLocks xmlns:a="http://schemas.openxmlformats.org/drawingml/2006/main" noGrp="1"/>
          </p:cNvSpPr>
          <p:nvPr/>
        </p:nvSpPr>
        <p:spPr>
          <a:xfrm xmlns:a="http://schemas.openxmlformats.org/drawingml/2006/main">
            <a:off x="109537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4B6259"/>
                </a:solidFill>
                <a:latin typeface="Arial"/>
                <a:ea typeface="Arial"/>
                <a:cs typeface="Arial"/>
              </a:defRPr>
            </a:defPPr>
            <a:lvl1pPr>
              <a:defRPr sz="1200" b="0">
                <a:solidFill>
                  <a:srgbClr val="4B6259"/>
                </a:solidFill>
                <a:latin typeface="Arial"/>
                <a:ea typeface="Arial"/>
                <a:cs typeface="Arial"/>
              </a:defRPr>
            </a:lvl1pPr>
            <a:lvl2pPr>
              <a:defRPr sz="1200" b="0">
                <a:solidFill>
                  <a:srgbClr val="4B6259"/>
                </a:solidFill>
                <a:latin typeface="Arial"/>
                <a:ea typeface="Arial"/>
                <a:cs typeface="Arial"/>
              </a:defRPr>
            </a:lvl2pPr>
            <a:lvl3pPr>
              <a:defRPr sz="1200" b="0">
                <a:solidFill>
                  <a:srgbClr val="4B6259"/>
                </a:solidFill>
                <a:latin typeface="Arial"/>
                <a:ea typeface="Arial"/>
                <a:cs typeface="Arial"/>
              </a:defRPr>
            </a:lvl3pPr>
            <a:lvl4pPr>
              <a:defRPr sz="1200" b="0">
                <a:solidFill>
                  <a:srgbClr val="4B6259"/>
                </a:solidFill>
                <a:latin typeface="Arial"/>
                <a:ea typeface="Arial"/>
                <a:cs typeface="Arial"/>
              </a:defRPr>
            </a:lvl4pPr>
            <a:lvl5pPr>
              <a:defRPr sz="1200" b="0">
                <a:solidFill>
                  <a:srgbClr val="4B6259"/>
                </a:solidFill>
                <a:latin typeface="Arial"/>
                <a:ea typeface="Arial"/>
                <a:cs typeface="Arial"/>
              </a:defRPr>
            </a:lvl5pPr>
            <a:lvl6pPr>
              <a:defRPr sz="1200" b="0">
                <a:solidFill>
                  <a:srgbClr val="4B6259"/>
                </a:solidFill>
                <a:latin typeface="Arial"/>
                <a:ea typeface="Arial"/>
                <a:cs typeface="Arial"/>
              </a:defRPr>
            </a:lvl6pPr>
            <a:lvl7pPr>
              <a:defRPr sz="1200" b="0">
                <a:solidFill>
                  <a:srgbClr val="4B6259"/>
                </a:solidFill>
                <a:latin typeface="Arial"/>
                <a:ea typeface="Arial"/>
                <a:cs typeface="Arial"/>
              </a:defRPr>
            </a:lvl7pPr>
            <a:lvl8pPr>
              <a:defRPr sz="1200" b="0">
                <a:solidFill>
                  <a:srgbClr val="4B6259"/>
                </a:solidFill>
                <a:latin typeface="Arial"/>
                <a:ea typeface="Arial"/>
                <a:cs typeface="Arial"/>
              </a:defRPr>
            </a:lvl8pPr>
            <a:lvl9pPr>
              <a:defRPr sz="1200" b="0">
                <a:solidFill>
                  <a:srgbClr val="4B6259"/>
                </a:solidFill>
                <a:latin typeface="Arial"/>
                <a:ea typeface="Arial"/>
                <a:cs typeface="Arial"/>
              </a:defRPr>
            </a:lvl9pPr>
          </a:lstStyle>
          <a:p xmlns:a="http://schemas.openxmlformats.org/drawingml/2006/main">
            <a:pPr>
              <a:defRPr sz="1200" b="0">
                <a:solidFill>
                  <a:srgbClr val="4B6259"/>
                </a:solidFill>
                <a:latin typeface="Arial"/>
                <a:ea typeface="Arial"/>
                <a:cs typeface="Arial"/>
              </a:defRPr>
            </a:pPr>
            <a:r>
              <a:rPr sz="1200" b="0">
                <a:solidFill>
                  <a:srgbClr val="4B6259"/>
                </a:solidFill>
                <a:latin typeface="Arial"/>
                <a:ea typeface="Arial"/>
                <a:cs typeface="Arial"/>
              </a:rPr>
              <a:t>18</a:t>
            </a:r>
          </a:p>
        </p:txBody>
      </p:sp>
      <p:sp>
        <p:nvSpPr>
          <p:cNvPr id="4" name="">
            <a:extLst xmlns:a="http://schemas.openxmlformats.org/drawingml/2006/main">
              <a:ext uri="{FF2B5EF4-FFF2-40B4-BE49-F238E27FC236}">
                <a16:creationId xmlns:a16="http://schemas.microsoft.com/office/drawing/2014/main" id="{F050832F-548E-41E0-813B-EEF4DC8D956D}"/>
              </a:ext>
            </a:extLst>
          </p:cNvPr>
          <p:cNvSpPr>
            <a:spLocks xmlns:a="http://schemas.openxmlformats.org/drawingml/2006/main" noGrp="1"/>
          </p:cNvSpPr>
          <p:nvPr/>
        </p:nvSpPr>
        <p:spPr>
          <a:xfrm xmlns:a="http://schemas.openxmlformats.org/drawingml/2006/main">
            <a:off x="666750" y="2095500"/>
            <a:ext cx="1085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152B25"/>
                </a:solidFill>
                <a:latin typeface="Arial"/>
                <a:ea typeface="Arial"/>
                <a:cs typeface="Arial"/>
              </a:defRPr>
            </a:defPPr>
            <a:lvl1pPr>
              <a:defRPr sz="3900" b="1">
                <a:solidFill>
                  <a:srgbClr val="152B25"/>
                </a:solidFill>
                <a:latin typeface="Arial"/>
                <a:ea typeface="Arial"/>
                <a:cs typeface="Arial"/>
              </a:defRPr>
            </a:lvl1pPr>
            <a:lvl2pPr>
              <a:defRPr sz="3900" b="1">
                <a:solidFill>
                  <a:srgbClr val="152B25"/>
                </a:solidFill>
                <a:latin typeface="Arial"/>
                <a:ea typeface="Arial"/>
                <a:cs typeface="Arial"/>
              </a:defRPr>
            </a:lvl2pPr>
            <a:lvl3pPr>
              <a:defRPr sz="3900" b="1">
                <a:solidFill>
                  <a:srgbClr val="152B25"/>
                </a:solidFill>
                <a:latin typeface="Arial"/>
                <a:ea typeface="Arial"/>
                <a:cs typeface="Arial"/>
              </a:defRPr>
            </a:lvl3pPr>
            <a:lvl4pPr>
              <a:defRPr sz="3900" b="1">
                <a:solidFill>
                  <a:srgbClr val="152B25"/>
                </a:solidFill>
                <a:latin typeface="Arial"/>
                <a:ea typeface="Arial"/>
                <a:cs typeface="Arial"/>
              </a:defRPr>
            </a:lvl4pPr>
            <a:lvl5pPr>
              <a:defRPr sz="3900" b="1">
                <a:solidFill>
                  <a:srgbClr val="152B25"/>
                </a:solidFill>
                <a:latin typeface="Arial"/>
                <a:ea typeface="Arial"/>
                <a:cs typeface="Arial"/>
              </a:defRPr>
            </a:lvl5pPr>
            <a:lvl6pPr>
              <a:defRPr sz="3900" b="1">
                <a:solidFill>
                  <a:srgbClr val="152B25"/>
                </a:solidFill>
                <a:latin typeface="Arial"/>
                <a:ea typeface="Arial"/>
                <a:cs typeface="Arial"/>
              </a:defRPr>
            </a:lvl6pPr>
            <a:lvl7pPr>
              <a:defRPr sz="3900" b="1">
                <a:solidFill>
                  <a:srgbClr val="152B25"/>
                </a:solidFill>
                <a:latin typeface="Arial"/>
                <a:ea typeface="Arial"/>
                <a:cs typeface="Arial"/>
              </a:defRPr>
            </a:lvl7pPr>
            <a:lvl8pPr>
              <a:defRPr sz="3900" b="1">
                <a:solidFill>
                  <a:srgbClr val="152B25"/>
                </a:solidFill>
                <a:latin typeface="Arial"/>
                <a:ea typeface="Arial"/>
                <a:cs typeface="Arial"/>
              </a:defRPr>
            </a:lvl8pPr>
            <a:lvl9pPr>
              <a:defRPr sz="3900" b="1">
                <a:solidFill>
                  <a:srgbClr val="152B25"/>
                </a:solidFill>
                <a:latin typeface="Arial"/>
                <a:ea typeface="Arial"/>
                <a:cs typeface="Arial"/>
              </a:defRPr>
            </a:lvl9pPr>
          </a:lstStyle>
          <a:p xmlns:a="http://schemas.openxmlformats.org/drawingml/2006/main">
            <a:pPr>
              <a:defRPr sz="3900" b="1">
                <a:solidFill>
                  <a:srgbClr val="152B25"/>
                </a:solidFill>
                <a:latin typeface="Arial"/>
                <a:ea typeface="Arial"/>
                <a:cs typeface="Arial"/>
              </a:defRPr>
            </a:pPr>
            <a:r>
              <a:rPr sz="3900" b="1">
                <a:solidFill>
                  <a:srgbClr val="152B25"/>
                </a:solidFill>
                <a:latin typeface="Arial"/>
                <a:ea typeface="Arial"/>
                <a:cs typeface="Arial"/>
              </a:rPr>
              <a:t>Budget Bites</a:t>
            </a:r>
          </a:p>
        </p:txBody>
      </p:sp>
      <p:sp>
        <p:nvSpPr>
          <p:cNvPr id="5" name="">
            <a:extLst xmlns:a="http://schemas.openxmlformats.org/drawingml/2006/main">
              <a:ext uri="{FF2B5EF4-FFF2-40B4-BE49-F238E27FC236}">
                <a16:creationId xmlns:a16="http://schemas.microsoft.com/office/drawing/2014/main" id="{1BF48192-ADC2-4011-BF16-56D9985AFDFE}"/>
              </a:ext>
            </a:extLst>
          </p:cNvPr>
          <p:cNvSpPr>
            <a:spLocks xmlns:a="http://schemas.openxmlformats.org/drawingml/2006/main" noGrp="1"/>
          </p:cNvSpPr>
          <p:nvPr/>
        </p:nvSpPr>
        <p:spPr>
          <a:xfrm xmlns:a="http://schemas.openxmlformats.org/drawingml/2006/main">
            <a:off x="666750" y="3286125"/>
            <a:ext cx="1085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152B25"/>
                </a:solidFill>
                <a:latin typeface="Arial"/>
                <a:ea typeface="Arial"/>
                <a:cs typeface="Arial"/>
              </a:defRPr>
            </a:defPPr>
            <a:lvl1pPr>
              <a:defRPr sz="2400" b="0">
                <a:solidFill>
                  <a:srgbClr val="152B25"/>
                </a:solidFill>
                <a:latin typeface="Arial"/>
                <a:ea typeface="Arial"/>
                <a:cs typeface="Arial"/>
              </a:defRPr>
            </a:lvl1pPr>
            <a:lvl2pPr>
              <a:defRPr sz="2400" b="0">
                <a:solidFill>
                  <a:srgbClr val="152B25"/>
                </a:solidFill>
                <a:latin typeface="Arial"/>
                <a:ea typeface="Arial"/>
                <a:cs typeface="Arial"/>
              </a:defRPr>
            </a:lvl2pPr>
            <a:lvl3pPr>
              <a:defRPr sz="2400" b="0">
                <a:solidFill>
                  <a:srgbClr val="152B25"/>
                </a:solidFill>
                <a:latin typeface="Arial"/>
                <a:ea typeface="Arial"/>
                <a:cs typeface="Arial"/>
              </a:defRPr>
            </a:lvl3pPr>
            <a:lvl4pPr>
              <a:defRPr sz="2400" b="0">
                <a:solidFill>
                  <a:srgbClr val="152B25"/>
                </a:solidFill>
                <a:latin typeface="Arial"/>
                <a:ea typeface="Arial"/>
                <a:cs typeface="Arial"/>
              </a:defRPr>
            </a:lvl4pPr>
            <a:lvl5pPr>
              <a:defRPr sz="2400" b="0">
                <a:solidFill>
                  <a:srgbClr val="152B25"/>
                </a:solidFill>
                <a:latin typeface="Arial"/>
                <a:ea typeface="Arial"/>
                <a:cs typeface="Arial"/>
              </a:defRPr>
            </a:lvl5pPr>
            <a:lvl6pPr>
              <a:defRPr sz="2400" b="0">
                <a:solidFill>
                  <a:srgbClr val="152B25"/>
                </a:solidFill>
                <a:latin typeface="Arial"/>
                <a:ea typeface="Arial"/>
                <a:cs typeface="Arial"/>
              </a:defRPr>
            </a:lvl6pPr>
            <a:lvl7pPr>
              <a:defRPr sz="2400" b="0">
                <a:solidFill>
                  <a:srgbClr val="152B25"/>
                </a:solidFill>
                <a:latin typeface="Arial"/>
                <a:ea typeface="Arial"/>
                <a:cs typeface="Arial"/>
              </a:defRPr>
            </a:lvl7pPr>
            <a:lvl8pPr>
              <a:defRPr sz="2400" b="0">
                <a:solidFill>
                  <a:srgbClr val="152B25"/>
                </a:solidFill>
                <a:latin typeface="Arial"/>
                <a:ea typeface="Arial"/>
                <a:cs typeface="Arial"/>
              </a:defRPr>
            </a:lvl8pPr>
            <a:lvl9pPr>
              <a:defRPr sz="2400" b="0">
                <a:solidFill>
                  <a:srgbClr val="152B25"/>
                </a:solidFill>
                <a:latin typeface="Arial"/>
                <a:ea typeface="Arial"/>
                <a:cs typeface="Arial"/>
              </a:defRPr>
            </a:lvl9pPr>
          </a:lstStyle>
          <a:p xmlns:a="http://schemas.openxmlformats.org/drawingml/2006/main">
            <a:pPr>
              <a:defRPr sz="2400" b="0">
                <a:solidFill>
                  <a:srgbClr val="152B25"/>
                </a:solidFill>
                <a:latin typeface="Arial"/>
                <a:ea typeface="Arial"/>
                <a:cs typeface="Arial"/>
              </a:defRPr>
            </a:pPr>
            <a:r>
              <a:rPr sz="2400" b="0">
                <a:solidFill>
                  <a:srgbClr val="152B25"/>
                </a:solidFill>
                <a:latin typeface="Arial"/>
                <a:ea typeface="Arial"/>
                <a:cs typeface="Arial"/>
              </a:rPr>
              <a:t>Om Swaroop Reddy Udumula</a:t>
            </a:r>
          </a:p>
          <a:p xmlns:a="http://schemas.openxmlformats.org/drawingml/2006/main">
            <a:pPr>
              <a:defRPr sz="2400" b="0">
                <a:solidFill>
                  <a:srgbClr val="152B25"/>
                </a:solidFill>
                <a:latin typeface="Arial"/>
                <a:ea typeface="Arial"/>
                <a:cs typeface="Arial"/>
              </a:defRPr>
            </a:pPr>
            <a:r>
              <a:rPr sz="2400" b="0">
                <a:solidFill>
                  <a:srgbClr val="152B25"/>
                </a:solidFill>
                <a:latin typeface="Arial"/>
                <a:ea typeface="Arial"/>
                <a:cs typeface="Arial"/>
              </a:rPr>
              <a:t>Anton “A.J.” Orea</a:t>
            </a:r>
          </a:p>
        </p:txBody>
      </p:sp>
      <p:sp>
        <p:nvSpPr>
          <p:cNvPr id="6" name="">
            <a:extLst xmlns:a="http://schemas.openxmlformats.org/drawingml/2006/main">
              <a:ext uri="{FF2B5EF4-FFF2-40B4-BE49-F238E27FC236}">
                <a16:creationId xmlns:a16="http://schemas.microsoft.com/office/drawing/2014/main" id="{917E4CF3-7182-4DFD-9DF8-16F1D4115F39}"/>
              </a:ext>
            </a:extLst>
          </p:cNvPr>
          <p:cNvSpPr>
            <a:spLocks xmlns:a="http://schemas.openxmlformats.org/drawingml/2006/main" noGrp="1"/>
          </p:cNvSpPr>
          <p:nvPr/>
        </p:nvSpPr>
        <p:spPr>
          <a:xfrm xmlns:a="http://schemas.openxmlformats.org/drawingml/2006/main">
            <a:off x="666750" y="504825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176452"/>
                </a:solidFill>
                <a:latin typeface="Arial"/>
                <a:ea typeface="Arial"/>
                <a:cs typeface="Arial"/>
              </a:defRPr>
            </a:defPPr>
            <a:lvl1pPr>
              <a:defRPr sz="2700" b="0">
                <a:solidFill>
                  <a:srgbClr val="176452"/>
                </a:solidFill>
                <a:latin typeface="Arial"/>
                <a:ea typeface="Arial"/>
                <a:cs typeface="Arial"/>
              </a:defRPr>
            </a:lvl1pPr>
            <a:lvl2pPr>
              <a:defRPr sz="2700" b="0">
                <a:solidFill>
                  <a:srgbClr val="176452"/>
                </a:solidFill>
                <a:latin typeface="Arial"/>
                <a:ea typeface="Arial"/>
                <a:cs typeface="Arial"/>
              </a:defRPr>
            </a:lvl2pPr>
            <a:lvl3pPr>
              <a:defRPr sz="2700" b="0">
                <a:solidFill>
                  <a:srgbClr val="176452"/>
                </a:solidFill>
                <a:latin typeface="Arial"/>
                <a:ea typeface="Arial"/>
                <a:cs typeface="Arial"/>
              </a:defRPr>
            </a:lvl3pPr>
            <a:lvl4pPr>
              <a:defRPr sz="2700" b="0">
                <a:solidFill>
                  <a:srgbClr val="176452"/>
                </a:solidFill>
                <a:latin typeface="Arial"/>
                <a:ea typeface="Arial"/>
                <a:cs typeface="Arial"/>
              </a:defRPr>
            </a:lvl4pPr>
            <a:lvl5pPr>
              <a:defRPr sz="2700" b="0">
                <a:solidFill>
                  <a:srgbClr val="176452"/>
                </a:solidFill>
                <a:latin typeface="Arial"/>
                <a:ea typeface="Arial"/>
                <a:cs typeface="Arial"/>
              </a:defRPr>
            </a:lvl5pPr>
            <a:lvl6pPr>
              <a:defRPr sz="2700" b="0">
                <a:solidFill>
                  <a:srgbClr val="176452"/>
                </a:solidFill>
                <a:latin typeface="Arial"/>
                <a:ea typeface="Arial"/>
                <a:cs typeface="Arial"/>
              </a:defRPr>
            </a:lvl6pPr>
            <a:lvl7pPr>
              <a:defRPr sz="2700" b="0">
                <a:solidFill>
                  <a:srgbClr val="176452"/>
                </a:solidFill>
                <a:latin typeface="Arial"/>
                <a:ea typeface="Arial"/>
                <a:cs typeface="Arial"/>
              </a:defRPr>
            </a:lvl7pPr>
            <a:lvl8pPr>
              <a:defRPr sz="2700" b="0">
                <a:solidFill>
                  <a:srgbClr val="176452"/>
                </a:solidFill>
                <a:latin typeface="Arial"/>
                <a:ea typeface="Arial"/>
                <a:cs typeface="Arial"/>
              </a:defRPr>
            </a:lvl8pPr>
            <a:lvl9pPr>
              <a:defRPr sz="2700" b="0">
                <a:solidFill>
                  <a:srgbClr val="176452"/>
                </a:solidFill>
                <a:latin typeface="Arial"/>
                <a:ea typeface="Arial"/>
                <a:cs typeface="Arial"/>
              </a:defRPr>
            </a:lvl9pPr>
          </a:lstStyle>
          <a:p xmlns:a="http://schemas.openxmlformats.org/drawingml/2006/main">
            <a:pPr>
              <a:defRPr sz="2700" b="0">
                <a:solidFill>
                  <a:srgbClr val="176452"/>
                </a:solidFill>
                <a:latin typeface="Arial"/>
                <a:ea typeface="Arial"/>
                <a:cs typeface="Arial"/>
              </a:defRPr>
            </a:pPr>
            <a:r>
              <a:rPr sz="2700" b="0">
                <a:solidFill>
                  <a:srgbClr val="176452"/>
                </a:solidFill>
                <a:latin typeface="Arial"/>
                <a:ea typeface="Arial"/>
                <a:cs typeface="Arial"/>
              </a:rPr>
              <a:t>Questions</a:t>
            </a:r>
          </a:p>
        </p:txBody>
      </p:sp>
    </p:spTree>
    <p:extLst>
      <p:ext uri="{BB962C8B-B14F-4D97-AF65-F5344CB8AC3E}">
        <p14:creationId xmlns:p14="http://schemas.microsoft.com/office/powerpoint/2010/main" val="145744991"/>
      </p:ext>
    </p:extLst>
  </p:cSld>
  <p:transition spd="med">
    <p:fade/>
  </p:transition>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2026-10-31T02:46:10.0590000Z</dcterms:created>
  <dcterms:modified xsi:type="dcterms:W3CDTF">2026-10-31T02:46:10.0590000Z</dcterms:modified>
</coreProperties>
</file>